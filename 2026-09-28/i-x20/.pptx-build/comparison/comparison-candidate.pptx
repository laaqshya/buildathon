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c9eefaad449be" /><Relationship Type="http://schemas.openxmlformats.org/officeDocument/2006/relationships/extended-properties" Target="/docProps/app.xml" Id="R74a7d2d33bfb49d2" /><Relationship Type="http://schemas.openxmlformats.org/officeDocument/2006/relationships/officeDocument" Target="/ppt/presentation.xml" Id="Rf587971b5ccf4a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8d89aa97cb41ef"/>
  </p:sldMasterIdLst>
  <p:notesMasterIdLst>
    <p:notesMasterId xmlns:r="http://schemas.openxmlformats.org/officeDocument/2006/relationships" r:id="Rcafef137cfb748a1"/>
  </p:notesMasterIdLst>
  <p:sldIdLst>
    <p:sldId xmlns:r="http://schemas.openxmlformats.org/officeDocument/2006/relationships" id="256" r:id="R6dd07c8075a349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84acab3e2f48d1" /><Relationship Type="http://schemas.openxmlformats.org/officeDocument/2006/relationships/slideMaster" Target="/ppt/slideMasters/slideMaster1.xml" Id="R178d89aa97cb41ef" /><Relationship Type="http://schemas.openxmlformats.org/officeDocument/2006/relationships/notesMaster" Target="/ppt/notesMasters/notesMaster1.xml" Id="Rcafef137cfb748a1" /><Relationship Type="http://schemas.openxmlformats.org/officeDocument/2006/relationships/presProps" Target="/ppt/presProps.xml" Id="Re0b57e058b374093" /><Relationship Type="http://schemas.openxmlformats.org/officeDocument/2006/relationships/tableStyles" Target="/ppt/tableStyles.xml" Id="R141671502d254d93" /><Relationship Type="http://schemas.openxmlformats.org/officeDocument/2006/relationships/slide" Target="/ppt/slides/slide1.xml" Id="R6dd07c8075a349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b0c7d909743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fd3868d8042ba" /><Relationship Type="http://schemas.openxmlformats.org/officeDocument/2006/relationships/notesMaster" Target="/ppt/notesMasters/notesMaster1.xml" Id="Rb869cad01b7b4f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306e3889749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c2f11f8b3047c8" /><Relationship Type="http://schemas.openxmlformats.org/officeDocument/2006/relationships/slideLayout" Target="/ppt/slideLayouts/slideLayout1.xml" Id="R90c935fc2a494a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c935fc2a494a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f21cdc2614871" /><Relationship Type="http://schemas.openxmlformats.org/officeDocument/2006/relationships/image" Target="/ppt/media/image.png" Id="Rafd831e6287042b5" /><Relationship Type="http://schemas.openxmlformats.org/officeDocument/2006/relationships/image" Target="/ppt/media/image.svg" Id="R0bb4bef507964de2" /><Relationship Type="http://schemas.openxmlformats.org/officeDocument/2006/relationships/image" Target="/ppt/media/image2.png" Id="R983ac4b9c8c741f5" /><Relationship Type="http://schemas.openxmlformats.org/officeDocument/2006/relationships/image" Target="/ppt/media/image2.svg" Id="R8ec5ca9deb9c40cb" /><Relationship Type="http://schemas.openxmlformats.org/officeDocument/2006/relationships/image" Target="/ppt/media/image3.png" Id="Re625e178af374fb4" /><Relationship Type="http://schemas.openxmlformats.org/officeDocument/2006/relationships/image" Target="/ppt/media/image3.svg" Id="Re4574e903bf141ae" /><Relationship Type="http://schemas.openxmlformats.org/officeDocument/2006/relationships/image" Target="/ppt/media/image4.png" Id="R5cc6aff1d14e459f" /><Relationship Type="http://schemas.openxmlformats.org/officeDocument/2006/relationships/image" Target="/ppt/media/image4.svg" Id="Rb41b4966c5a747b5" /><Relationship Type="http://schemas.openxmlformats.org/officeDocument/2006/relationships/notesSlide" Target="/ppt/notesSlides/notesSlide1.xml" Id="R892b599f09f2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693C1C-13B0-4A63-8910-386AAAB1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92D32"/>
                </a:solidFill>
                <a:latin typeface="Arial"/>
                <a:ea typeface="Arial"/>
                <a:cs typeface="Arial"/>
              </a:rPr>
              <a:t>Existing Solutions vs Our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6DECA-D00B-474C-BC4B-1BE5BDD8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239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How Weather GPT improves weather access, interaction and hazard 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3D5E1-1B9A-4790-A1EA-3EF6F58D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0287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B8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DF254-A74E-42D7-B942-A7B18EEB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686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C95C5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CAFE1-5679-4CB5-AEE7-F062F1AC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219200"/>
            <a:ext cx="46863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258B8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B3950-8466-4EAC-AC55-7F66F35E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620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EXISTING WEATHER SOLUTIONS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4BA5D-0B3E-4D05-A36E-9E763307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3620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WEATHER GPT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0083B-B445-4326-B851-0098C1E8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104900"/>
            <a:ext cx="100965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D9DD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C8488-6B83-4C57-B335-E2C74670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1334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D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22301-6133-493D-B4A4-B8C58C7A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2573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92D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D32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04A89-2588-466B-8C0C-0DF314F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C95C5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C95C57"/>
                </a:solidFill>
                <a:latin typeface="Arial"/>
                <a:ea typeface="Arial"/>
                <a:cs typeface="Arial"/>
              </a:rPr>
              <a:t>COMPLEX WEATHER INTERFACES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FF559-BAF6-4F0D-9361-3A85EA68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Technical maps and numerical dashboards make local conditions difficult to interpret.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F0C75-1C77-4F75-95DF-BFEDA56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241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9593E-F5BA-4FB4-BF43-4D83A448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335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58B8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58B88"/>
                </a:solidFill>
                <a:latin typeface="Arial"/>
                <a:ea typeface="Arial"/>
                <a:cs typeface="Arial"/>
              </a:rPr>
              <a:t>INTERACTIVE WEATHER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29CEA-FAF1-4817-BB23-A58BC2AE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9075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A 3D globe combines live conditions, weather layers and seven-day forecasts.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2AE0D-B07D-435A-8CA4-18E1225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7241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D2B76-56EE-4373-8BE8-2B34925C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145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1"/>
            </a:solidFill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831e6287042b5">
            <a:extLst>
              <a:ext uri="{96DAC541-7B7A-43D3-8B79-37D633B846F1}">
                <asvg:svgBlip xmlns:asvg="http://schemas.microsoft.com/office/drawing/2016/SVG/main" r:embed="R0bb4bef507964d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62650" y="20288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7663A-4C57-42C9-B4DE-7FD3A634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86C72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087ED-A791-4073-9FFB-B8A0BF04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C95C5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C95C57"/>
                </a:solidFill>
                <a:latin typeface="Arial"/>
                <a:ea typeface="Arial"/>
                <a:cs typeface="Arial"/>
              </a:rPr>
              <a:t>STATIC USER 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F433E2-9D43-4D65-871B-3CC405B3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Users navigate fixed screens and receive forecasts with limited follow-up support.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B4C7B-9990-4442-AC46-D67D8700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481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688C6-E627-41F7-AA33-76586E00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0575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58B8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58B88"/>
                </a:solidFill>
                <a:latin typeface="Arial"/>
                <a:ea typeface="Arial"/>
                <a:cs typeface="Arial"/>
              </a:rPr>
              <a:t>AGENTIC CONVERSATION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90912-EBD5-4780-B214-183BEFA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1470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The agent understands intent, selects suitable tools and answers follow-up questions.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C56E8-0EC1-46D3-B785-D8F67347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481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65F11-CD41-4918-8749-8886A940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384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1"/>
            </a:solidFill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ac4b9c8c741f5">
            <a:extLst>
              <a:ext uri="{96DAC541-7B7A-43D3-8B79-37D633B846F1}">
                <asvg:svgBlip xmlns:asvg="http://schemas.microsoft.com/office/drawing/2016/SVG/main" r:embed="R8ec5ca9deb9c40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62650" y="31527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882DD-1A2B-4B1D-A4A2-9EB1857F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576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86C72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78B0B-FBA5-4E03-8BCD-7C1095D7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C95C5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C95C57"/>
                </a:solidFill>
                <a:latin typeface="Arial"/>
                <a:ea typeface="Arial"/>
                <a:cs typeface="Arial"/>
              </a:rPr>
              <a:t>LIMITED ACCESSIBILITY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B4B564-36BA-4D88-AA64-BBF4E54A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Text-first applications often lack regional-language support and hands-free access.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6220A-1353-4DF2-A284-A77D9EC3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9720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CF129-44F5-4A30-9F7C-58D92459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1814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58B8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58B88"/>
                </a:solidFill>
                <a:latin typeface="Arial"/>
                <a:ea typeface="Arial"/>
                <a:cs typeface="Arial"/>
              </a:rPr>
              <a:t>VOICE-BASED 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B11B2C-9030-45DC-974D-836157AF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3865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Chat, speech-to-text, text-to-speech and voice commands make interaction easier.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9B9D83-5012-4EE7-853E-A6F64DE2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97205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F0F353-953B-479A-B9C9-8BA990B3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624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1"/>
            </a:solidFill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5e178af374fb4">
            <a:extLst>
              <a:ext uri="{96DAC541-7B7A-43D3-8B79-37D633B846F1}">
                <asvg:svgBlip xmlns:asvg="http://schemas.microsoft.com/office/drawing/2016/SVG/main" r:embed="Re4574e903bf141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62650" y="42767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E65A2-F636-45BF-9ED0-F61336E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815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86C72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7893B4-68EE-4D34-9886-720837BD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65" b="1">
                <a:solidFill>
                  <a:srgbClr val="C95C57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C95C57"/>
                </a:solidFill>
                <a:latin typeface="Arial"/>
                <a:ea typeface="Arial"/>
                <a:cs typeface="Arial"/>
              </a:rPr>
              <a:t>FRAGMENTED HAZARD ALERTS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3802B0-7967-4873-8466-551C2EA1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6260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Heatwave information, tsunami warnings and safety guidance come from separate services.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3D7073-F8EB-4BC3-906D-C1618EAD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0960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501288-14E4-41B8-AA02-CD74950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3054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58B88"/>
                </a:solidFill>
                <a:latin typeface="Arial"/>
                <a:ea typeface="Arial"/>
                <a:cs typeface="Arial"/>
              </a:defRPr>
            </a:pPr>
            <a:r>
              <a:rPr sz="1065" b="1">
                <a:solidFill>
                  <a:srgbClr val="258B88"/>
                </a:solidFill>
                <a:latin typeface="Arial"/>
                <a:ea typeface="Arial"/>
                <a:cs typeface="Arial"/>
              </a:rPr>
              <a:t>HAZARD-AWARE GUIDANCE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C5A5A8-786A-4EB1-A0C1-A7214E5C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562600"/>
            <a:ext cx="4143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686C72"/>
                </a:solidFill>
                <a:latin typeface="Arial"/>
                <a:ea typeface="Arial"/>
                <a:cs typeface="Arial"/>
              </a:rPr>
              <a:t>Weather GPT analyses heatwave risk and integrates official warning and emergency feeds.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A7D051-087F-4909-A969-24ADE743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096000"/>
            <a:ext cx="106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1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FCD4C2-F647-41AF-A475-4A845F6E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8637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1"/>
            </a:solidFill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6aff1d14e459f">
            <a:extLst>
              <a:ext uri="{96DAC541-7B7A-43D3-8B79-37D633B846F1}">
                <asvg:svgBlip xmlns:asvg="http://schemas.microsoft.com/office/drawing/2016/SVG/main" r:embed="Rb41b4966c5a747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62650" y="54006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3E88EC-318B-4987-BED4-3C38A9E2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9055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86C72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86C72"/>
                </a:solidFill>
                <a:latin typeface="Arial"/>
                <a:ea typeface="Arial"/>
                <a:cs typeface="Arial"/>
              </a:rPr>
              <a:t>ALERTS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F9B335-0C40-476F-ACF9-E725E010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436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57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6BC355-F910-49D6-A0CB-50746001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543675"/>
            <a:ext cx="468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B8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85395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2026-10-02T04:54:10.7340000Z</dcterms:created>
  <dcterms:modified xsi:type="dcterms:W3CDTF">2026-10-02T04:54:10.7340000Z</dcterms:modified>
</coreProperties>
</file>