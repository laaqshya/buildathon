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ba5427daa543ec" /><Relationship Type="http://schemas.openxmlformats.org/officeDocument/2006/relationships/extended-properties" Target="/docProps/app.xml" Id="R973367e1cfdb44eb" /><Relationship Type="http://schemas.openxmlformats.org/officeDocument/2006/relationships/officeDocument" Target="/ppt/presentation.xml" Id="Rd41d720644da43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054babdd2b4638"/>
  </p:sldMasterIdLst>
  <p:notesMasterIdLst>
    <p:notesMasterId xmlns:r="http://schemas.openxmlformats.org/officeDocument/2006/relationships" r:id="R0a754b1723844e34"/>
  </p:notesMasterIdLst>
  <p:sldIdLst>
    <p:sldId xmlns:r="http://schemas.openxmlformats.org/officeDocument/2006/relationships" id="256" r:id="R1a947abf95a945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880c05edee49a0" /><Relationship Type="http://schemas.openxmlformats.org/officeDocument/2006/relationships/slideMaster" Target="/ppt/slideMasters/slideMaster1.xml" Id="R9e054babdd2b4638" /><Relationship Type="http://schemas.openxmlformats.org/officeDocument/2006/relationships/notesMaster" Target="/ppt/notesMasters/notesMaster1.xml" Id="R0a754b1723844e34" /><Relationship Type="http://schemas.openxmlformats.org/officeDocument/2006/relationships/presProps" Target="/ppt/presProps.xml" Id="R1a9673289ac74eed" /><Relationship Type="http://schemas.openxmlformats.org/officeDocument/2006/relationships/tableStyles" Target="/ppt/tableStyles.xml" Id="R826e77c10c3b4f6b" /><Relationship Type="http://schemas.openxmlformats.org/officeDocument/2006/relationships/slide" Target="/ppt/slides/slide1.xml" Id="R1a947abf95a945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d3d03fdeb748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5d890fb7ba4389" /><Relationship Type="http://schemas.openxmlformats.org/officeDocument/2006/relationships/notesMaster" Target="/ppt/notesMasters/notesMaster1.xml" Id="R7b4c0e1bbbeb4c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implementation stack for Weather GPT. Open-Meteo appears as a reference data provider in the supplied Weather Globe recording. Other technologies are proposed choices and should be updated if the team selects different frameworks or hosting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c7eb9deb241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43f4985975461d" /><Relationship Type="http://schemas.openxmlformats.org/officeDocument/2006/relationships/slideLayout" Target="/ppt/slideLayouts/slideLayout1.xml" Id="R2dedddd1460045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edddd1460045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cc956cdd14f27" /><Relationship Type="http://schemas.openxmlformats.org/officeDocument/2006/relationships/image" Target="/ppt/media/image.png" Id="Rb06abcc8f95e44fb" /><Relationship Type="http://schemas.openxmlformats.org/officeDocument/2006/relationships/image" Target="/ppt/media/image.svg" Id="Reaab29936de444be" /><Relationship Type="http://schemas.openxmlformats.org/officeDocument/2006/relationships/image" Target="/ppt/media/image2.png" Id="R8b27d0307b71455f" /><Relationship Type="http://schemas.openxmlformats.org/officeDocument/2006/relationships/image" Target="/ppt/media/image2.svg" Id="R1b722c28a22746a9" /><Relationship Type="http://schemas.openxmlformats.org/officeDocument/2006/relationships/image" Target="/ppt/media/image3.png" Id="R666dcbc01c104f62" /><Relationship Type="http://schemas.openxmlformats.org/officeDocument/2006/relationships/image" Target="/ppt/media/image3.svg" Id="R7ae540b5ad534b52" /><Relationship Type="http://schemas.openxmlformats.org/officeDocument/2006/relationships/image" Target="/ppt/media/image4.png" Id="R8b0b32db923c416c" /><Relationship Type="http://schemas.openxmlformats.org/officeDocument/2006/relationships/image" Target="/ppt/media/image4.svg" Id="R9781c8afe64345f7" /><Relationship Type="http://schemas.openxmlformats.org/officeDocument/2006/relationships/image" Target="/ppt/media/image5.png" Id="Rc68c9f07a93e47ae" /><Relationship Type="http://schemas.openxmlformats.org/officeDocument/2006/relationships/image" Target="/ppt/media/image5.svg" Id="R5815577550e4496e" /><Relationship Type="http://schemas.openxmlformats.org/officeDocument/2006/relationships/image" Target="/ppt/media/image6.png" Id="R6032f798dfb3485f" /><Relationship Type="http://schemas.openxmlformats.org/officeDocument/2006/relationships/image" Target="/ppt/media/image6.svg" Id="R8e448d65531e4021" /><Relationship Type="http://schemas.openxmlformats.org/officeDocument/2006/relationships/image" Target="/ppt/media/image7.png" Id="Re07e2e6c5b954789" /><Relationship Type="http://schemas.openxmlformats.org/officeDocument/2006/relationships/image" Target="/ppt/media/image7.svg" Id="R4bece9aa98fe4f29" /><Relationship Type="http://schemas.openxmlformats.org/officeDocument/2006/relationships/image" Target="/ppt/media/image8.png" Id="R1b42cf1bd936457d" /><Relationship Type="http://schemas.openxmlformats.org/officeDocument/2006/relationships/image" Target="/ppt/media/image8.svg" Id="R2dab286a44a543ba" /><Relationship Type="http://schemas.openxmlformats.org/officeDocument/2006/relationships/notesSlide" Target="/ppt/notesSlides/notesSlide1.xml" Id="R81c4a1feed044a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CE7FE8-8E5C-40F1-A22D-583A9965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14300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79C6"/>
          </a:solidFill>
          <a:ln xmlns:a="http://schemas.openxmlformats.org/drawingml/2006/main" w="0">
            <a:noFill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abcc8f95e44fb">
            <a:extLst>
              <a:ext uri="{96DAC541-7B7A-43D3-8B79-37D633B846F1}">
                <asvg:svgBlip xmlns:asvg="http://schemas.microsoft.com/office/drawing/2016/SVG/main" r:embed="Reaab29936de444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8125" y="2381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96EF5-08C6-4376-9EC0-8A3C8AAD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Tools and Technologies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35C8A-3090-47E1-8848-9F8000F2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21DEE-9C0F-47FC-A45A-8B77F037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Proposed implementation stack for the Weather GPT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9FDF8-61EC-4509-8130-E972A4BD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B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D516E-9189-40BC-81BE-9FBF5C41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8764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A83E1-1861-482F-A4CB-B45B104A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8764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0791A-2561-4F81-A7A4-376607F6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76425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7A4FF-E059-41B2-852A-2DA859DE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876425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42893-352A-4422-91F9-7734D52F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B23B5-0AFA-4C51-BA47-36E6D15F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4805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6E17B-5C08-4783-9828-D95CB6B0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19675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530C0-11C9-49ED-9AF1-429D9AA2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019675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9E5FC-9AA2-40D0-8CC7-2E1F0646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5337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C54AA-8A7F-4496-BAA9-1ACDB09F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337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E152F-528B-41F0-989E-B9304048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57300"/>
            <a:ext cx="3762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9DD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340C3-B49D-4A79-9CBE-651240F6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573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96"/>
          </a:solidFill>
          <a:ln xmlns:a="http://schemas.openxmlformats.org/drawingml/2006/main" w="0">
            <a:noFill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7d0307b71455f">
            <a:extLst>
              <a:ext uri="{96DAC541-7B7A-43D3-8B79-37D633B846F1}">
                <asvg:svgBlip xmlns:asvg="http://schemas.microsoft.com/office/drawing/2016/SVG/main" r:embed="R1b722c28a22746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1438275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F73A8-77C2-47FF-8AE5-ECB8A535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4192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376A96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376A96"/>
                </a:solidFill>
                <a:latin typeface="Arial"/>
                <a:ea typeface="Arial"/>
                <a:cs typeface="Arial"/>
              </a:rPr>
              <a:t>FRONTEND INTERFACE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39A9DD-436E-4388-86C3-F95571A3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6212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React and TypeScript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HTML5, CSS3 and responsive design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Accessible chat and forecast interface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C03B9-5A76-4ED0-8094-E3F841CB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3762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9DD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7E5A1-2159-428C-B7A3-C99AF8A6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B88"/>
          </a:solidFill>
          <a:ln xmlns:a="http://schemas.openxmlformats.org/drawingml/2006/main" w="0">
            <a:noFill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dcbc01c104f62">
            <a:extLst>
              <a:ext uri="{96DAC541-7B7A-43D3-8B79-37D633B846F1}">
                <asvg:svgBlip xmlns:asvg="http://schemas.microsoft.com/office/drawing/2016/SVG/main" r:embed="R7ae540b5ad534b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0099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13FCAB-1A5E-4078-A6DB-F18CB114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990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58B8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258B88"/>
                </a:solidFill>
                <a:latin typeface="Arial"/>
                <a:ea typeface="Arial"/>
                <a:cs typeface="Arial"/>
              </a:rPr>
              <a:t>MAPS AND GEOSPATIAL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3461F4-1F71-4168-9577-AB8D881E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337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CesiumJS interactive 3D globe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Map tiles and weather overlays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Geocoding and location 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5F0E13-3355-41DA-B7C1-ADECDF22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00550"/>
            <a:ext cx="3762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9DD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8DBF06-25A5-4AFA-AC59-1216C0C3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005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B1"/>
          </a:solidFill>
          <a:ln xmlns:a="http://schemas.openxmlformats.org/drawingml/2006/main" w="0">
            <a:noFill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b32db923c416c">
            <a:extLst>
              <a:ext uri="{96DAC541-7B7A-43D3-8B79-37D633B846F1}">
                <asvg:svgBlip xmlns:asvg="http://schemas.microsoft.com/office/drawing/2016/SVG/main" r:embed="R9781c8afe64345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4581525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F0B9CF-DC35-4593-8863-4B0EDCDB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5624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6B4FB1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6B4FB1"/>
                </a:solidFill>
                <a:latin typeface="Arial"/>
                <a:ea typeface="Arial"/>
                <a:cs typeface="Arial"/>
              </a:rPr>
              <a:t>SPEECH AND LANGUAGE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F7E053-C2A6-4B22-A867-009E5B82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053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Speech-to-text and text-to-speech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Voice-command processing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Language detection and translation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8EE707-EF33-400E-B08E-C1056240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3762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9DDE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73BD42-6819-48BC-A7FD-096A192D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B1"/>
          </a:solidFill>
          <a:ln xmlns:a="http://schemas.openxmlformats.org/drawingml/2006/main" w="0">
            <a:noFill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c9f07a93e47ae">
            <a:extLst>
              <a:ext uri="{96DAC541-7B7A-43D3-8B79-37D633B846F1}">
                <asvg:svgBlip xmlns:asvg="http://schemas.microsoft.com/office/drawing/2016/SVG/main" r:embed="R5815577550e449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20050" y="1438275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9254AE-CBF7-4417-BE6C-1DBB017D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192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6B4FB1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6B4FB1"/>
                </a:solidFill>
                <a:latin typeface="Arial"/>
                <a:ea typeface="Arial"/>
                <a:cs typeface="Arial"/>
              </a:rPr>
              <a:t>AGENTIC AI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E95FFD-7F6A-4478-8F9B-385191B6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6212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Tool-calling language model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Agent planning and orchestration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Prompt guardrails and data verification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0CFB47-4B44-4582-87A4-33D92639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62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9DDE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FDDF7E-23ED-4AB3-9AE9-FBAE9581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57"/>
          </a:solidFill>
          <a:ln xmlns:a="http://schemas.openxmlformats.org/drawingml/2006/main" w="0">
            <a:noFill/>
          </a:ln>
        </p:spPr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2f798dfb3485f">
            <a:extLst>
              <a:ext uri="{96DAC541-7B7A-43D3-8B79-37D633B846F1}">
                <asvg:svgBlip xmlns:asvg="http://schemas.microsoft.com/office/drawing/2016/SVG/main" r:embed="R8e448d65531e40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20050" y="30099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887319-2AC9-43E2-965A-5F41B490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90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C95C57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C95C57"/>
                </a:solidFill>
                <a:latin typeface="Arial"/>
                <a:ea typeface="Arial"/>
                <a:cs typeface="Arial"/>
              </a:rPr>
              <a:t>BACKEND AND APIs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06C15C-3DDE-4046-962C-5027F79A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Python and FastAPI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REST APIs and WebSocket communication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Pydantic data validation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84397F-03FF-45FB-B267-EEEA1D10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3762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9DDE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AF4EAA-31F4-4A18-8CCA-D934EE8C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8B68"/>
          </a:solidFill>
          <a:ln xmlns:a="http://schemas.openxmlformats.org/drawingml/2006/main" w="0">
            <a:noFill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e2e6c5b954789">
            <a:extLst>
              <a:ext uri="{96DAC541-7B7A-43D3-8B79-37D633B846F1}">
                <asvg:svgBlip xmlns:asvg="http://schemas.microsoft.com/office/drawing/2016/SVG/main" r:embed="R4bece9aa98fe4f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20050" y="4581525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C954A6-4248-4A72-8D64-16A1B1E9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624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578B6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578B68"/>
                </a:solidFill>
                <a:latin typeface="Arial"/>
                <a:ea typeface="Arial"/>
                <a:cs typeface="Arial"/>
              </a:rPr>
              <a:t>DATA AND DEPLOYMENT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AB1152-42E2-4ADD-B9FE-F89E1CCB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053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Open-Meteo and official warning feeds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PostgreSQL and Redis cache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Docker, GitHub and cloud monitoring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F71C4F-0272-4AFB-9DBC-C1C06CF9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52700"/>
            <a:ext cx="21907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79C6"/>
          </a:solidFill>
          <a:ln xmlns:a="http://schemas.openxmlformats.org/drawingml/2006/main" w="19050">
            <a:solidFill>
              <a:srgbClr val="6B4FB1"/>
            </a:solidFill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2cf1bd936457d">
            <a:extLst>
              <a:ext uri="{96DAC541-7B7A-43D3-8B79-37D633B846F1}">
                <asvg:svgBlip xmlns:asvg="http://schemas.microsoft.com/office/drawing/2016/SVG/main" r:embed="R2dab286a44a543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76925" y="285750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597EB3-04CC-405E-84A5-C72B85E8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67075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WEATHER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414480-07C2-489D-89E1-0C90BED4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719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Agentic weather platform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8EA2F9-57A8-4138-905E-B2871588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626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D38AEC-4AB5-4C94-9934-910724F1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9600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The stack combines the interactive weather interface, agent orchestration, verified data sources and voice access.</a:t>
            </a:r>
          </a:p>
        </p:txBody>
      </p:sp>
    </p:spTree>
    <p:extLst>
      <p:ext uri="{BB962C8B-B14F-4D97-AF65-F5344CB8AC3E}">
        <p14:creationId xmlns:p14="http://schemas.microsoft.com/office/powerpoint/2010/main" val="1116272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2026-10-02T11:00:25.0600000Z</dcterms:created>
  <dcterms:modified xsi:type="dcterms:W3CDTF">2026-10-02T11:00:25.0600000Z</dcterms:modified>
</coreProperties>
</file>