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8b0e5a84c94eb3" /><Relationship Type="http://schemas.openxmlformats.org/officeDocument/2006/relationships/extended-properties" Target="/docProps/app.xml" Id="Rb2c271cee24a4676" /><Relationship Type="http://schemas.openxmlformats.org/officeDocument/2006/relationships/officeDocument" Target="/ppt/presentation.xml" Id="R0404bfe0cf614054" /></Relationships>
</file>

<file path=ppt/presentation.xml><?xml version="1.0" encoding="utf-8"?>
<p:presentation xmlns:p="http://schemas.openxmlformats.org/presentationml/2006/main">
  <p:sldMasterIdLst>
    <p:sldMasterId xmlns:r="http://schemas.openxmlformats.org/officeDocument/2006/relationships" id="2147483648" r:id="R7b8a8b23ac234070"/>
  </p:sldMasterIdLst>
  <p:notesMasterIdLst>
    <p:notesMasterId xmlns:r="http://schemas.openxmlformats.org/officeDocument/2006/relationships" r:id="R8275cab2198343bc"/>
  </p:notesMasterIdLst>
  <p:sldIdLst>
    <p:sldId xmlns:r="http://schemas.openxmlformats.org/officeDocument/2006/relationships" id="256" r:id="R0e9b5656791c40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39d7ea39d6439e" /><Relationship Type="http://schemas.openxmlformats.org/officeDocument/2006/relationships/slideMaster" Target="/ppt/slideMasters/slideMaster1.xml" Id="R7b8a8b23ac234070" /><Relationship Type="http://schemas.openxmlformats.org/officeDocument/2006/relationships/notesMaster" Target="/ppt/notesMasters/notesMaster1.xml" Id="R8275cab2198343bc" /><Relationship Type="http://schemas.openxmlformats.org/officeDocument/2006/relationships/presProps" Target="/ppt/presProps.xml" Id="R1f33e4f1fafc4e49" /><Relationship Type="http://schemas.openxmlformats.org/officeDocument/2006/relationships/tableStyles" Target="/ppt/tableStyles.xml" Id="R44062b3db9724454" /><Relationship Type="http://schemas.openxmlformats.org/officeDocument/2006/relationships/slide" Target="/ppt/slides/slide1.xml" Id="R0e9b5656791c40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ae53679bd849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f792a2980b43a8" /><Relationship Type="http://schemas.openxmlformats.org/officeDocument/2006/relationships/notesMaster" Target="/ppt/notesMasters/notesMaster1.xml" Id="R03665b2af6404b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eb87f0638b4b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446440f7c64b5c" /><Relationship Type="http://schemas.openxmlformats.org/officeDocument/2006/relationships/slideLayout" Target="/ppt/slideLayouts/slideLayout1.xml" Id="R86e071642d9a46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e071642d9a46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f259a9fbb14475" /><Relationship Type="http://schemas.openxmlformats.org/officeDocument/2006/relationships/notesSlide" Target="/ppt/notesSlides/notesSlide1.xml" Id="R97b506785c50416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C95DF91-1C63-4F7C-8A39-7EB511E3E088}"/>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7F03ABD9-062B-4E72-ABF6-0480AF0CA64D}"/>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AC1F9E-4840-4641-84E1-C0036D3E30C4}"/>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DCD5912C-1AFA-4D06-AFBA-09C6660D9253}"/>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6994AD7E-372B-415D-944A-7796DE686869}"/>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F4EF42-22BB-4FEC-A700-39B6A2047523}"/>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B18FD6-1B68-4C4F-82CD-32C825A084B9}"/>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41245B-74C0-431A-8E32-9F29D23A2DA2}"/>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324D85DF-9B2A-4F48-B3D8-C97373F76292}"/>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A917E3-F6C6-4CA5-BEAC-48F287711220}"/>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05D3F65A-E16E-4884-901D-4EBD49BF0396}"/>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F0737EE1-C3F4-4FB4-B185-4D94B2494628}"/>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A40A4C3-2420-4F62-8808-EF3784CC3075}"/>
              </a:ext>
            </a:extLst>
          </p:cNvPr>
          <p:cNvSpPr>
            <a:spLocks xmlns:a="http://schemas.openxmlformats.org/drawingml/2006/main" noGrp="1"/>
          </p:cNvSpPr>
          <p:nvPr/>
        </p:nvSpPr>
        <p:spPr>
          <a:xfrm xmlns:a="http://schemas.openxmlformats.org/drawingml/2006/main">
            <a:off x="4600575" y="19716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B0998189-158A-43EA-B1A1-864A33557895}"/>
              </a:ext>
            </a:extLst>
          </p:cNvPr>
          <p:cNvSpPr>
            <a:spLocks xmlns:a="http://schemas.openxmlformats.org/drawingml/2006/main" noGrp="1"/>
          </p:cNvSpPr>
          <p:nvPr/>
        </p:nvSpPr>
        <p:spPr>
          <a:xfrm xmlns:a="http://schemas.openxmlformats.org/drawingml/2006/main">
            <a:off x="5029200" y="19716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266EF6B2-A87D-45F1-9DE8-E5DED1E3F5C3}"/>
              </a:ext>
            </a:extLst>
          </p:cNvPr>
          <p:cNvSpPr>
            <a:spLocks xmlns:a="http://schemas.openxmlformats.org/drawingml/2006/main" noGrp="1"/>
          </p:cNvSpPr>
          <p:nvPr/>
        </p:nvSpPr>
        <p:spPr>
          <a:xfrm xmlns:a="http://schemas.openxmlformats.org/drawingml/2006/main">
            <a:off x="5029200" y="21431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Current conditions, forecasts, map layers and emergency alerts often appear in separate applications.</a:t>
            </a:r>
          </a:p>
        </p:txBody>
      </p:sp>
      <p:sp>
        <p:nvSpPr>
          <p:cNvPr id="16" name="">
            <a:extLst xmlns:a="http://schemas.openxmlformats.org/drawingml/2006/main">
              <a:ext uri="{FF2B5EF4-FFF2-40B4-BE49-F238E27FC236}">
                <a16:creationId xmlns:a16="http://schemas.microsoft.com/office/drawing/2014/main" id="{B3C6850C-A06D-4BCF-8F45-9991388421D7}"/>
              </a:ext>
            </a:extLst>
          </p:cNvPr>
          <p:cNvSpPr>
            <a:spLocks xmlns:a="http://schemas.openxmlformats.org/drawingml/2006/main" noGrp="1"/>
          </p:cNvSpPr>
          <p:nvPr/>
        </p:nvSpPr>
        <p:spPr>
          <a:xfrm xmlns:a="http://schemas.openxmlformats.org/drawingml/2006/main">
            <a:off x="4600575" y="24765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9A8616E3-B4D9-465C-B4FA-FD58016B4F4D}"/>
              </a:ext>
            </a:extLst>
          </p:cNvPr>
          <p:cNvSpPr>
            <a:spLocks xmlns:a="http://schemas.openxmlformats.org/drawingml/2006/main" noGrp="1"/>
          </p:cNvSpPr>
          <p:nvPr/>
        </p:nvSpPr>
        <p:spPr>
          <a:xfrm xmlns:a="http://schemas.openxmlformats.org/drawingml/2006/main">
            <a:off x="5029200" y="247650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BFD37D05-9E2C-413A-B973-A662E0DFE220}"/>
              </a:ext>
            </a:extLst>
          </p:cNvPr>
          <p:cNvSpPr>
            <a:spLocks xmlns:a="http://schemas.openxmlformats.org/drawingml/2006/main" noGrp="1"/>
          </p:cNvSpPr>
          <p:nvPr/>
        </p:nvSpPr>
        <p:spPr>
          <a:xfrm xmlns:a="http://schemas.openxmlformats.org/drawingml/2006/main">
            <a:off x="5029200" y="264795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Technical maps, measurements and scientific terms can be difficult for ordinary users to understand.</a:t>
            </a:r>
          </a:p>
        </p:txBody>
      </p:sp>
      <p:sp>
        <p:nvSpPr>
          <p:cNvPr id="19" name="">
            <a:extLst xmlns:a="http://schemas.openxmlformats.org/drawingml/2006/main">
              <a:ext uri="{FF2B5EF4-FFF2-40B4-BE49-F238E27FC236}">
                <a16:creationId xmlns:a16="http://schemas.microsoft.com/office/drawing/2014/main" id="{79D5CC66-A614-4215-8417-34C0A54EBEC7}"/>
              </a:ext>
            </a:extLst>
          </p:cNvPr>
          <p:cNvSpPr>
            <a:spLocks xmlns:a="http://schemas.openxmlformats.org/drawingml/2006/main" noGrp="1"/>
          </p:cNvSpPr>
          <p:nvPr/>
        </p:nvSpPr>
        <p:spPr>
          <a:xfrm xmlns:a="http://schemas.openxmlformats.org/drawingml/2006/main">
            <a:off x="4600575" y="298132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8335FA51-D7AF-4624-A080-4F98FB2990A1}"/>
              </a:ext>
            </a:extLst>
          </p:cNvPr>
          <p:cNvSpPr>
            <a:spLocks xmlns:a="http://schemas.openxmlformats.org/drawingml/2006/main" noGrp="1"/>
          </p:cNvSpPr>
          <p:nvPr/>
        </p:nvSpPr>
        <p:spPr>
          <a:xfrm xmlns:a="http://schemas.openxmlformats.org/drawingml/2006/main">
            <a:off x="5029200" y="298132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F9256949-74F9-4973-B45D-2E222F97B90C}"/>
              </a:ext>
            </a:extLst>
          </p:cNvPr>
          <p:cNvSpPr>
            <a:spLocks xmlns:a="http://schemas.openxmlformats.org/drawingml/2006/main" noGrp="1"/>
          </p:cNvSpPr>
          <p:nvPr/>
        </p:nvSpPr>
        <p:spPr>
          <a:xfrm xmlns:a="http://schemas.openxmlformats.org/drawingml/2006/main">
            <a:off x="5029200" y="315277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Traditional applications show fixed results and provide limited support for follow-up questions.</a:t>
            </a:r>
          </a:p>
        </p:txBody>
      </p:sp>
      <p:sp>
        <p:nvSpPr>
          <p:cNvPr id="22" name="">
            <a:extLst xmlns:a="http://schemas.openxmlformats.org/drawingml/2006/main">
              <a:ext uri="{FF2B5EF4-FFF2-40B4-BE49-F238E27FC236}">
                <a16:creationId xmlns:a16="http://schemas.microsoft.com/office/drawing/2014/main" id="{6CA8D248-9CAB-4C70-BA97-2ABB43ECDC02}"/>
              </a:ext>
            </a:extLst>
          </p:cNvPr>
          <p:cNvSpPr>
            <a:spLocks xmlns:a="http://schemas.openxmlformats.org/drawingml/2006/main" noGrp="1"/>
          </p:cNvSpPr>
          <p:nvPr/>
        </p:nvSpPr>
        <p:spPr>
          <a:xfrm xmlns:a="http://schemas.openxmlformats.org/drawingml/2006/main">
            <a:off x="4600575" y="348615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42CBEB21-96F6-491B-BF1B-159E3B5C1DD1}"/>
              </a:ext>
            </a:extLst>
          </p:cNvPr>
          <p:cNvSpPr>
            <a:spLocks xmlns:a="http://schemas.openxmlformats.org/drawingml/2006/main" noGrp="1"/>
          </p:cNvSpPr>
          <p:nvPr/>
        </p:nvSpPr>
        <p:spPr>
          <a:xfrm xmlns:a="http://schemas.openxmlformats.org/drawingml/2006/main">
            <a:off x="5029200" y="3486150"/>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4987F11C-47F4-4721-BE21-9A3EAC501D3F}"/>
              </a:ext>
            </a:extLst>
          </p:cNvPr>
          <p:cNvSpPr>
            <a:spLocks xmlns:a="http://schemas.openxmlformats.org/drawingml/2006/main" noGrp="1"/>
          </p:cNvSpPr>
          <p:nvPr/>
        </p:nvSpPr>
        <p:spPr>
          <a:xfrm xmlns:a="http://schemas.openxmlformats.org/drawingml/2006/main">
            <a:off x="5029200" y="3657600"/>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Manual navigation makes weather information less convenient while travelling, working or handling urgent situations.</a:t>
            </a:r>
          </a:p>
        </p:txBody>
      </p:sp>
      <p:sp>
        <p:nvSpPr>
          <p:cNvPr id="25" name="">
            <a:extLst xmlns:a="http://schemas.openxmlformats.org/drawingml/2006/main">
              <a:ext uri="{FF2B5EF4-FFF2-40B4-BE49-F238E27FC236}">
                <a16:creationId xmlns:a16="http://schemas.microsoft.com/office/drawing/2014/main" id="{60D0B1F8-C1F2-4BD7-9E8A-AB5CC673B054}"/>
              </a:ext>
            </a:extLst>
          </p:cNvPr>
          <p:cNvSpPr>
            <a:spLocks xmlns:a="http://schemas.openxmlformats.org/drawingml/2006/main" noGrp="1"/>
          </p:cNvSpPr>
          <p:nvPr/>
        </p:nvSpPr>
        <p:spPr>
          <a:xfrm xmlns:a="http://schemas.openxmlformats.org/drawingml/2006/main">
            <a:off x="4600575" y="3990975"/>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3546D19D-541B-4B10-990F-B8853C216A56}"/>
              </a:ext>
            </a:extLst>
          </p:cNvPr>
          <p:cNvSpPr>
            <a:spLocks xmlns:a="http://schemas.openxmlformats.org/drawingml/2006/main" noGrp="1"/>
          </p:cNvSpPr>
          <p:nvPr/>
        </p:nvSpPr>
        <p:spPr>
          <a:xfrm xmlns:a="http://schemas.openxmlformats.org/drawingml/2006/main">
            <a:off x="5029200" y="3990975"/>
            <a:ext cx="2990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6CABE603-F320-4075-9756-9E1614DE5A2B}"/>
              </a:ext>
            </a:extLst>
          </p:cNvPr>
          <p:cNvSpPr>
            <a:spLocks xmlns:a="http://schemas.openxmlformats.org/drawingml/2006/main" noGrp="1"/>
          </p:cNvSpPr>
          <p:nvPr/>
        </p:nvSpPr>
        <p:spPr>
          <a:xfrm xmlns:a="http://schemas.openxmlformats.org/drawingml/2006/main">
            <a:off x="5029200" y="4162425"/>
            <a:ext cx="299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70E7456E-8031-4213-AC8B-42E6B23E10DA}"/>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E592FCCB-B5F7-4871-98BA-102E8DD87424}"/>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D66F252-34F3-40A7-A973-69FC0869B8F1}"/>
              </a:ext>
            </a:extLst>
          </p:cNvPr>
          <p:cNvSpPr>
            <a:spLocks xmlns:a="http://schemas.openxmlformats.org/drawingml/2006/main" noGrp="1"/>
          </p:cNvSpPr>
          <p:nvPr/>
        </p:nvSpPr>
        <p:spPr>
          <a:xfrm xmlns:a="http://schemas.openxmlformats.org/drawingml/2006/main">
            <a:off x="8439150" y="1952625"/>
            <a:ext cx="3095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Meteorological agencies and weather-data providers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Disaster-management and coastal-warning authorities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Local government and emergency-response services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Weather researchers and system developers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Community organisations responsible for public awareness</a:t>
            </a:r>
          </a:p>
        </p:txBody>
      </p:sp>
      <p:sp>
        <p:nvSpPr>
          <p:cNvPr id="31" name="">
            <a:extLst xmlns:a="http://schemas.openxmlformats.org/drawingml/2006/main">
              <a:ext uri="{FF2B5EF4-FFF2-40B4-BE49-F238E27FC236}">
                <a16:creationId xmlns:a16="http://schemas.microsoft.com/office/drawing/2014/main" id="{7C5C4444-A36D-40E1-A190-47613F10B71C}"/>
              </a:ext>
            </a:extLst>
          </p:cNvPr>
          <p:cNvSpPr>
            <a:spLocks xmlns:a="http://schemas.openxmlformats.org/drawingml/2006/main" noGrp="1"/>
          </p:cNvSpPr>
          <p:nvPr/>
        </p:nvSpPr>
        <p:spPr>
          <a:xfrm xmlns:a="http://schemas.openxmlformats.org/drawingml/2006/main">
            <a:off x="8439150" y="31051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66A505F-24F9-4A05-8FAC-DD0069FBEC52}"/>
              </a:ext>
            </a:extLst>
          </p:cNvPr>
          <p:cNvSpPr>
            <a:spLocks xmlns:a="http://schemas.openxmlformats.org/drawingml/2006/main" noGrp="1"/>
          </p:cNvSpPr>
          <p:nvPr/>
        </p:nvSpPr>
        <p:spPr>
          <a:xfrm xmlns:a="http://schemas.openxmlformats.org/drawingml/2006/main">
            <a:off x="8439150" y="321945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33" name="">
            <a:extLst xmlns:a="http://schemas.openxmlformats.org/drawingml/2006/main">
              <a:ext uri="{FF2B5EF4-FFF2-40B4-BE49-F238E27FC236}">
                <a16:creationId xmlns:a16="http://schemas.microsoft.com/office/drawing/2014/main" id="{7A8099A7-3555-4D9D-8AE3-7163F5F0FE3E}"/>
              </a:ext>
            </a:extLst>
          </p:cNvPr>
          <p:cNvSpPr>
            <a:spLocks xmlns:a="http://schemas.openxmlformats.org/drawingml/2006/main" noGrp="1"/>
          </p:cNvSpPr>
          <p:nvPr/>
        </p:nvSpPr>
        <p:spPr>
          <a:xfrm xmlns:a="http://schemas.openxmlformats.org/drawingml/2006/main">
            <a:off x="8439150" y="350520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7A5B150-E958-41CD-B4B5-49C3A59898C7}"/>
              </a:ext>
            </a:extLst>
          </p:cNvPr>
          <p:cNvSpPr>
            <a:spLocks xmlns:a="http://schemas.openxmlformats.org/drawingml/2006/main" noGrp="1"/>
          </p:cNvSpPr>
          <p:nvPr/>
        </p:nvSpPr>
        <p:spPr>
          <a:xfrm xmlns:a="http://schemas.openxmlformats.org/drawingml/2006/main">
            <a:off x="8439150" y="3609975"/>
            <a:ext cx="309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General public seeking understandable weather information</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Farmers and outdoor workers planning daily activities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Fisherfolk and residents of coastal regions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Travellers, commuters and outdoor-event organisers</a:t>
            </a:r>
          </a:p>
          <a:p xmlns:a="http://schemas.openxmlformats.org/drawingml/2006/main">
            <a:pPr algn="l">
              <a:defRPr sz="818" b="0">
                <a:solidFill>
                  <a:srgbClr val="666A70"/>
                </a:solidFill>
                <a:latin typeface="Arial"/>
                <a:ea typeface="Arial"/>
                <a:cs typeface="Arial"/>
              </a:defRPr>
            </a:pPr>
            <a:r>
              <a:rPr sz="818" b="0">
                <a:solidFill>
                  <a:srgbClr val="666A70"/>
                </a:solidFill>
                <a:latin typeface="Arial"/>
                <a:ea typeface="Arial"/>
                <a:cs typeface="Arial"/>
              </a:rPr>
              <a:t>Elderly users and people who benefit from voice-based access</a:t>
            </a:r>
          </a:p>
        </p:txBody>
      </p:sp>
      <p:sp>
        <p:nvSpPr>
          <p:cNvPr id="35" name="">
            <a:extLst xmlns:a="http://schemas.openxmlformats.org/drawingml/2006/main">
              <a:ext uri="{FF2B5EF4-FFF2-40B4-BE49-F238E27FC236}">
                <a16:creationId xmlns:a16="http://schemas.microsoft.com/office/drawing/2014/main" id="{09F3A6DE-C91C-438E-B920-B342F91C319F}"/>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8B8C22F-0B5C-4B7A-AA3D-44F548C75B59}"/>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sp>
        <p:nvSpPr>
          <p:cNvPr id="37" name="">
            <a:extLst xmlns:a="http://schemas.openxmlformats.org/drawingml/2006/main">
              <a:ext uri="{FF2B5EF4-FFF2-40B4-BE49-F238E27FC236}">
                <a16:creationId xmlns:a16="http://schemas.microsoft.com/office/drawing/2014/main" id="{20EF6B1A-4A05-49A8-A8A5-A75BC6D99F64}"/>
              </a:ext>
            </a:extLst>
          </p:cNvPr>
          <p:cNvSpPr>
            <a:spLocks xmlns:a="http://schemas.openxmlformats.org/drawingml/2006/main" noGrp="1"/>
          </p:cNvSpPr>
          <p:nvPr/>
        </p:nvSpPr>
        <p:spPr>
          <a:xfrm xmlns:a="http://schemas.openxmlformats.org/drawingml/2006/main">
            <a:off x="590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01</a:t>
            </a:r>
          </a:p>
        </p:txBody>
      </p:sp>
      <p:sp>
        <p:nvSpPr>
          <p:cNvPr id="38" name="">
            <a:extLst xmlns:a="http://schemas.openxmlformats.org/drawingml/2006/main">
              <a:ext uri="{FF2B5EF4-FFF2-40B4-BE49-F238E27FC236}">
                <a16:creationId xmlns:a16="http://schemas.microsoft.com/office/drawing/2014/main" id="{A691F5C4-75F8-4C11-AB8F-64C49AAF240D}"/>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3A1F6E4-602E-456B-8543-8BB73901C74C}"/>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40" name="">
            <a:extLst xmlns:a="http://schemas.openxmlformats.org/drawingml/2006/main">
              <a:ext uri="{FF2B5EF4-FFF2-40B4-BE49-F238E27FC236}">
                <a16:creationId xmlns:a16="http://schemas.microsoft.com/office/drawing/2014/main" id="{F7A48648-91A5-4806-A4F4-BCC2EABB6BE0}"/>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41" name="">
            <a:extLst xmlns:a="http://schemas.openxmlformats.org/drawingml/2006/main">
              <a:ext uri="{FF2B5EF4-FFF2-40B4-BE49-F238E27FC236}">
                <a16:creationId xmlns:a16="http://schemas.microsoft.com/office/drawing/2014/main" id="{378F40AB-A8DC-478D-B3BF-D03CD33A2DCD}"/>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95D0C81-2406-4172-9C5C-B0EC57D08FD1}"/>
              </a:ext>
            </a:extLst>
          </p:cNvPr>
          <p:cNvSpPr>
            <a:spLocks xmlns:a="http://schemas.openxmlformats.org/drawingml/2006/main" noGrp="1"/>
          </p:cNvSpPr>
          <p:nvPr/>
        </p:nvSpPr>
        <p:spPr>
          <a:xfrm xmlns:a="http://schemas.openxmlformats.org/drawingml/2006/main">
            <a:off x="2876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02</a:t>
            </a:r>
          </a:p>
        </p:txBody>
      </p:sp>
      <p:sp>
        <p:nvSpPr>
          <p:cNvPr id="43" name="">
            <a:extLst xmlns:a="http://schemas.openxmlformats.org/drawingml/2006/main">
              <a:ext uri="{FF2B5EF4-FFF2-40B4-BE49-F238E27FC236}">
                <a16:creationId xmlns:a16="http://schemas.microsoft.com/office/drawing/2014/main" id="{B552D7B9-48B5-49C4-8E09-61AFCE5030A9}"/>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B9D425E-1F57-4088-A78E-36B2A34AC12D}"/>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45" name="">
            <a:extLst xmlns:a="http://schemas.openxmlformats.org/drawingml/2006/main">
              <a:ext uri="{FF2B5EF4-FFF2-40B4-BE49-F238E27FC236}">
                <a16:creationId xmlns:a16="http://schemas.microsoft.com/office/drawing/2014/main" id="{9B429088-EC26-4705-891F-32257A77B5BA}"/>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46" name="">
            <a:extLst xmlns:a="http://schemas.openxmlformats.org/drawingml/2006/main">
              <a:ext uri="{FF2B5EF4-FFF2-40B4-BE49-F238E27FC236}">
                <a16:creationId xmlns:a16="http://schemas.microsoft.com/office/drawing/2014/main" id="{3A92C3C5-53F5-464D-A5D4-789EB4C1459E}"/>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3BE18B3-DD2F-4116-8A19-988C65D8E451}"/>
              </a:ext>
            </a:extLst>
          </p:cNvPr>
          <p:cNvSpPr>
            <a:spLocks xmlns:a="http://schemas.openxmlformats.org/drawingml/2006/main" noGrp="1"/>
          </p:cNvSpPr>
          <p:nvPr/>
        </p:nvSpPr>
        <p:spPr>
          <a:xfrm xmlns:a="http://schemas.openxmlformats.org/drawingml/2006/main">
            <a:off x="5162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C95C57"/>
                </a:solidFill>
                <a:latin typeface="Arial"/>
                <a:ea typeface="Arial"/>
                <a:cs typeface="Arial"/>
              </a:defRPr>
            </a:pPr>
            <a:r>
              <a:rPr sz="1050" b="1">
                <a:solidFill>
                  <a:srgbClr val="C95C57"/>
                </a:solidFill>
                <a:latin typeface="Arial"/>
                <a:ea typeface="Arial"/>
                <a:cs typeface="Arial"/>
              </a:rPr>
              <a:t>03</a:t>
            </a:r>
          </a:p>
        </p:txBody>
      </p:sp>
      <p:sp>
        <p:nvSpPr>
          <p:cNvPr id="48" name="">
            <a:extLst xmlns:a="http://schemas.openxmlformats.org/drawingml/2006/main">
              <a:ext uri="{FF2B5EF4-FFF2-40B4-BE49-F238E27FC236}">
                <a16:creationId xmlns:a16="http://schemas.microsoft.com/office/drawing/2014/main" id="{000C8ABA-0127-40AC-869D-217D8476E454}"/>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B8A60D9-4AF7-478B-B5A1-678CD38EA27D}"/>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50" name="">
            <a:extLst xmlns:a="http://schemas.openxmlformats.org/drawingml/2006/main">
              <a:ext uri="{FF2B5EF4-FFF2-40B4-BE49-F238E27FC236}">
                <a16:creationId xmlns:a16="http://schemas.microsoft.com/office/drawing/2014/main" id="{BB849426-00CE-455E-A885-C17E323908F8}"/>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51" name="">
            <a:extLst xmlns:a="http://schemas.openxmlformats.org/drawingml/2006/main">
              <a:ext uri="{FF2B5EF4-FFF2-40B4-BE49-F238E27FC236}">
                <a16:creationId xmlns:a16="http://schemas.microsoft.com/office/drawing/2014/main" id="{9FE673BA-72BE-4A3E-8B11-A0CD3FDD3987}"/>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49690227-3386-46BE-8520-CE864FBD7A53}"/>
              </a:ext>
            </a:extLst>
          </p:cNvPr>
          <p:cNvSpPr>
            <a:spLocks xmlns:a="http://schemas.openxmlformats.org/drawingml/2006/main" noGrp="1"/>
          </p:cNvSpPr>
          <p:nvPr/>
        </p:nvSpPr>
        <p:spPr>
          <a:xfrm xmlns:a="http://schemas.openxmlformats.org/drawingml/2006/main">
            <a:off x="7448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376A96"/>
                </a:solidFill>
                <a:latin typeface="Arial"/>
                <a:ea typeface="Arial"/>
                <a:cs typeface="Arial"/>
              </a:defRPr>
            </a:pPr>
            <a:r>
              <a:rPr sz="1050" b="1">
                <a:solidFill>
                  <a:srgbClr val="376A96"/>
                </a:solidFill>
                <a:latin typeface="Arial"/>
                <a:ea typeface="Arial"/>
                <a:cs typeface="Arial"/>
              </a:rPr>
              <a:t>04</a:t>
            </a:r>
          </a:p>
        </p:txBody>
      </p:sp>
      <p:sp>
        <p:nvSpPr>
          <p:cNvPr id="53" name="">
            <a:extLst xmlns:a="http://schemas.openxmlformats.org/drawingml/2006/main">
              <a:ext uri="{FF2B5EF4-FFF2-40B4-BE49-F238E27FC236}">
                <a16:creationId xmlns:a16="http://schemas.microsoft.com/office/drawing/2014/main" id="{C4AE81E2-203D-464A-AECE-3B63846CE4C8}"/>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BEF5CC96-6752-4EB8-A56D-4DEB44BA744E}"/>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55" name="">
            <a:extLst xmlns:a="http://schemas.openxmlformats.org/drawingml/2006/main">
              <a:ext uri="{FF2B5EF4-FFF2-40B4-BE49-F238E27FC236}">
                <a16:creationId xmlns:a16="http://schemas.microsoft.com/office/drawing/2014/main" id="{6D4A4994-859F-4A57-B8F0-E3516C887893}"/>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56" name="">
            <a:extLst xmlns:a="http://schemas.openxmlformats.org/drawingml/2006/main">
              <a:ext uri="{FF2B5EF4-FFF2-40B4-BE49-F238E27FC236}">
                <a16:creationId xmlns:a16="http://schemas.microsoft.com/office/drawing/2014/main" id="{24EFE15E-54FF-4EFC-BE6A-150F646C3CDC}"/>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C5A2AB3-2705-4E70-9531-53A0811F808B}"/>
              </a:ext>
            </a:extLst>
          </p:cNvPr>
          <p:cNvSpPr>
            <a:spLocks xmlns:a="http://schemas.openxmlformats.org/drawingml/2006/main" noGrp="1"/>
          </p:cNvSpPr>
          <p:nvPr/>
        </p:nvSpPr>
        <p:spPr>
          <a:xfrm xmlns:a="http://schemas.openxmlformats.org/drawingml/2006/main">
            <a:off x="9734550" y="51625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05</a:t>
            </a:r>
          </a:p>
        </p:txBody>
      </p:sp>
      <p:sp>
        <p:nvSpPr>
          <p:cNvPr id="58" name="">
            <a:extLst xmlns:a="http://schemas.openxmlformats.org/drawingml/2006/main">
              <a:ext uri="{FF2B5EF4-FFF2-40B4-BE49-F238E27FC236}">
                <a16:creationId xmlns:a16="http://schemas.microsoft.com/office/drawing/2014/main" id="{34E264B3-E615-4034-AAE8-0A68E1AAFEB7}"/>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875CF856-4CA0-42B8-BB65-5FC8EA19F9BE}"/>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60" name="">
            <a:extLst xmlns:a="http://schemas.openxmlformats.org/drawingml/2006/main">
              <a:ext uri="{FF2B5EF4-FFF2-40B4-BE49-F238E27FC236}">
                <a16:creationId xmlns:a16="http://schemas.microsoft.com/office/drawing/2014/main" id="{F17F3FEE-198A-41EF-9500-593FDA9A16C9}"/>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Tree>
    <p:extLst>
      <p:ext uri="{BB962C8B-B14F-4D97-AF65-F5344CB8AC3E}">
        <p14:creationId xmlns:p14="http://schemas.microsoft.com/office/powerpoint/2010/main" val="1555232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2026-10-02T03:48:45.7300000Z</dcterms:created>
  <dcterms:modified xsi:type="dcterms:W3CDTF">2026-10-02T03:48:45.7300000Z</dcterms:modified>
</coreProperties>
</file>