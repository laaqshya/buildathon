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5071eed89a496e" /><Relationship Type="http://schemas.openxmlformats.org/officeDocument/2006/relationships/extended-properties" Target="/docProps/app.xml" Id="Rdd49c54ba0664667" /><Relationship Type="http://schemas.openxmlformats.org/officeDocument/2006/relationships/officeDocument" Target="/ppt/presentation.xml" Id="R5316f39c484b4f4c" /></Relationships>
</file>

<file path=ppt/presentation.xml><?xml version="1.0" encoding="utf-8"?>
<p:presentation xmlns:p="http://schemas.openxmlformats.org/presentationml/2006/main">
  <p:sldMasterIdLst>
    <p:sldMasterId xmlns:r="http://schemas.openxmlformats.org/officeDocument/2006/relationships" id="2147483648" r:id="R1b182556509a4440"/>
  </p:sldMasterIdLst>
  <p:notesMasterIdLst>
    <p:notesMasterId xmlns:r="http://schemas.openxmlformats.org/officeDocument/2006/relationships" r:id="Rcc40f73546ea47cb"/>
  </p:notesMasterIdLst>
  <p:sldIdLst>
    <p:sldId xmlns:r="http://schemas.openxmlformats.org/officeDocument/2006/relationships" id="256" r:id="Rf023cc215d584f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98a9557b334144" /><Relationship Type="http://schemas.openxmlformats.org/officeDocument/2006/relationships/slideMaster" Target="/ppt/slideMasters/slideMaster1.xml" Id="R1b182556509a4440" /><Relationship Type="http://schemas.openxmlformats.org/officeDocument/2006/relationships/notesMaster" Target="/ppt/notesMasters/notesMaster1.xml" Id="Rcc40f73546ea47cb" /><Relationship Type="http://schemas.openxmlformats.org/officeDocument/2006/relationships/presProps" Target="/ppt/presProps.xml" Id="R2db9c0cacba84e7b" /><Relationship Type="http://schemas.openxmlformats.org/officeDocument/2006/relationships/tableStyles" Target="/ppt/tableStyles.xml" Id="Rb04a03ea741c4e3a" /><Relationship Type="http://schemas.openxmlformats.org/officeDocument/2006/relationships/slide" Target="/ppt/slides/slide1.xml" Id="Rf023cc215d584f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dda97530de46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1617a0b09e419a" /><Relationship Type="http://schemas.openxmlformats.org/officeDocument/2006/relationships/notesMaster" Target="/ppt/notesMasters/notesMaster1.xml" Id="R8ad9f06aa84242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0056aeca54e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95b5c3685b442d" /><Relationship Type="http://schemas.openxmlformats.org/officeDocument/2006/relationships/slideLayout" Target="/ppt/slideLayouts/slideLayout1.xml" Id="Re303879349114e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03879349114e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bfae9a1a0b4d3b" /><Relationship Type="http://schemas.openxmlformats.org/officeDocument/2006/relationships/notesSlide" Target="/ppt/notesSlides/notesSlide1.xml" Id="R8b9d5a3168774f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F091E13B-805B-475F-BF4D-BD0F8F98F6C5}"/>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20E93686-71B4-4124-9056-B04DD468E465}"/>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43B94C-3C24-46AC-9AF7-6E235F40C508}"/>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3F8CDFC8-54CE-4E44-96EC-0979FA8A7CE5}"/>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BD99C5A0-0976-43B6-90D3-9703B04BCBE7}"/>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028E9A-307F-489F-9F99-3A58693A2B6E}"/>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C007704-5F56-42A0-9033-B17D9E22F06A}"/>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EC4808-2CD6-4253-A5FC-296FBF6124F9}"/>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63D2B347-146B-4380-9E97-D2C1FD486446}"/>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50EF4B-A06F-411D-94BC-B7B8457C7F04}"/>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666A70"/>
                </a:solidFill>
                <a:latin typeface="Arial"/>
                <a:ea typeface="Arial"/>
                <a:cs typeface="Arial"/>
              </a:defRPr>
            </a:pPr>
            <a:r>
              <a:rPr sz="1238"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7706C1B0-526A-4B5E-96CD-B122A96D7DFB}"/>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1417FBF8-D03D-4473-A7BE-2D698ED0C7E8}"/>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A326E4-F664-47B9-B0C4-240AFA053C44}"/>
              </a:ext>
            </a:extLst>
          </p:cNvPr>
          <p:cNvSpPr>
            <a:spLocks xmlns:a="http://schemas.openxmlformats.org/drawingml/2006/main" noGrp="1"/>
          </p:cNvSpPr>
          <p:nvPr/>
        </p:nvSpPr>
        <p:spPr>
          <a:xfrm xmlns:a="http://schemas.openxmlformats.org/drawingml/2006/main">
            <a:off x="4600575" y="1971675"/>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58B88"/>
                </a:solidFill>
                <a:latin typeface="Arial"/>
                <a:ea typeface="Arial"/>
                <a:cs typeface="Arial"/>
              </a:defRPr>
            </a:pPr>
            <a:r>
              <a:rPr sz="1125" b="1">
                <a:solidFill>
                  <a:srgbClr val="258B88"/>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90CCA174-A58E-4BA3-A012-72127F6BCBEF}"/>
              </a:ext>
            </a:extLst>
          </p:cNvPr>
          <p:cNvSpPr>
            <a:spLocks xmlns:a="http://schemas.openxmlformats.org/drawingml/2006/main" noGrp="1"/>
          </p:cNvSpPr>
          <p:nvPr/>
        </p:nvSpPr>
        <p:spPr>
          <a:xfrm xmlns:a="http://schemas.openxmlformats.org/drawingml/2006/main">
            <a:off x="4953000" y="1971675"/>
            <a:ext cx="3067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92D32"/>
                </a:solidFill>
                <a:latin typeface="Arial"/>
                <a:ea typeface="Arial"/>
                <a:cs typeface="Arial"/>
              </a:defRPr>
            </a:pPr>
            <a:r>
              <a:rPr sz="1125"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157B639A-66DF-4DAF-9C98-9EE336DFF581}"/>
              </a:ext>
            </a:extLst>
          </p:cNvPr>
          <p:cNvSpPr>
            <a:spLocks xmlns:a="http://schemas.openxmlformats.org/drawingml/2006/main" noGrp="1"/>
          </p:cNvSpPr>
          <p:nvPr/>
        </p:nvSpPr>
        <p:spPr>
          <a:xfrm xmlns:a="http://schemas.openxmlformats.org/drawingml/2006/main">
            <a:off x="4953000" y="2152650"/>
            <a:ext cx="3067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53" b="0">
                <a:solidFill>
                  <a:srgbClr val="666A70"/>
                </a:solidFill>
                <a:latin typeface="Arial"/>
                <a:ea typeface="Arial"/>
                <a:cs typeface="Arial"/>
              </a:defRPr>
            </a:pPr>
            <a:r>
              <a:rPr sz="953" b="0">
                <a:solidFill>
                  <a:srgbClr val="666A70"/>
                </a:solidFill>
                <a:latin typeface="Arial"/>
                <a:ea typeface="Arial"/>
                <a:cs typeface="Arial"/>
              </a:rPr>
              <a:t>Current conditions, forecasts, map layers and emergency alerts often appear in separate applications.</a:t>
            </a:r>
          </a:p>
        </p:txBody>
      </p:sp>
      <p:sp>
        <p:nvSpPr>
          <p:cNvPr id="16" name="">
            <a:extLst xmlns:a="http://schemas.openxmlformats.org/drawingml/2006/main">
              <a:ext uri="{FF2B5EF4-FFF2-40B4-BE49-F238E27FC236}">
                <a16:creationId xmlns:a16="http://schemas.microsoft.com/office/drawing/2014/main" id="{34F39E31-A64D-4F8E-81CE-46DAB4DFE1CB}"/>
              </a:ext>
            </a:extLst>
          </p:cNvPr>
          <p:cNvSpPr>
            <a:spLocks xmlns:a="http://schemas.openxmlformats.org/drawingml/2006/main" noGrp="1"/>
          </p:cNvSpPr>
          <p:nvPr/>
        </p:nvSpPr>
        <p:spPr>
          <a:xfrm xmlns:a="http://schemas.openxmlformats.org/drawingml/2006/main">
            <a:off x="4600575" y="24765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58B88"/>
                </a:solidFill>
                <a:latin typeface="Arial"/>
                <a:ea typeface="Arial"/>
                <a:cs typeface="Arial"/>
              </a:defRPr>
            </a:pPr>
            <a:r>
              <a:rPr sz="1125" b="1">
                <a:solidFill>
                  <a:srgbClr val="258B8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3CFE9961-8168-4BA9-A8AF-2F356FD0F33C}"/>
              </a:ext>
            </a:extLst>
          </p:cNvPr>
          <p:cNvSpPr>
            <a:spLocks xmlns:a="http://schemas.openxmlformats.org/drawingml/2006/main" noGrp="1"/>
          </p:cNvSpPr>
          <p:nvPr/>
        </p:nvSpPr>
        <p:spPr>
          <a:xfrm xmlns:a="http://schemas.openxmlformats.org/drawingml/2006/main">
            <a:off x="4953000" y="2476500"/>
            <a:ext cx="3067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92D32"/>
                </a:solidFill>
                <a:latin typeface="Arial"/>
                <a:ea typeface="Arial"/>
                <a:cs typeface="Arial"/>
              </a:defRPr>
            </a:pPr>
            <a:r>
              <a:rPr sz="1125"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30DECBDF-33B6-400F-BFDD-1C71E869336E}"/>
              </a:ext>
            </a:extLst>
          </p:cNvPr>
          <p:cNvSpPr>
            <a:spLocks xmlns:a="http://schemas.openxmlformats.org/drawingml/2006/main" noGrp="1"/>
          </p:cNvSpPr>
          <p:nvPr/>
        </p:nvSpPr>
        <p:spPr>
          <a:xfrm xmlns:a="http://schemas.openxmlformats.org/drawingml/2006/main">
            <a:off x="4953000" y="2657475"/>
            <a:ext cx="3067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53" b="0">
                <a:solidFill>
                  <a:srgbClr val="666A70"/>
                </a:solidFill>
                <a:latin typeface="Arial"/>
                <a:ea typeface="Arial"/>
                <a:cs typeface="Arial"/>
              </a:defRPr>
            </a:pPr>
            <a:r>
              <a:rPr sz="953" b="0">
                <a:solidFill>
                  <a:srgbClr val="666A70"/>
                </a:solidFill>
                <a:latin typeface="Arial"/>
                <a:ea typeface="Arial"/>
                <a:cs typeface="Arial"/>
              </a:rPr>
              <a:t>Technical maps, measurements and scientific terms can be difficult for ordinary users to understand.</a:t>
            </a:r>
          </a:p>
        </p:txBody>
      </p:sp>
      <p:sp>
        <p:nvSpPr>
          <p:cNvPr id="19" name="">
            <a:extLst xmlns:a="http://schemas.openxmlformats.org/drawingml/2006/main">
              <a:ext uri="{FF2B5EF4-FFF2-40B4-BE49-F238E27FC236}">
                <a16:creationId xmlns:a16="http://schemas.microsoft.com/office/drawing/2014/main" id="{F21FA3BB-2E79-420F-B78F-53B1BD4D91EB}"/>
              </a:ext>
            </a:extLst>
          </p:cNvPr>
          <p:cNvSpPr>
            <a:spLocks xmlns:a="http://schemas.openxmlformats.org/drawingml/2006/main" noGrp="1"/>
          </p:cNvSpPr>
          <p:nvPr/>
        </p:nvSpPr>
        <p:spPr>
          <a:xfrm xmlns:a="http://schemas.openxmlformats.org/drawingml/2006/main">
            <a:off x="4600575" y="2981325"/>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58B88"/>
                </a:solidFill>
                <a:latin typeface="Arial"/>
                <a:ea typeface="Arial"/>
                <a:cs typeface="Arial"/>
              </a:defRPr>
            </a:pPr>
            <a:r>
              <a:rPr sz="1125" b="1">
                <a:solidFill>
                  <a:srgbClr val="258B88"/>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AFB13466-8A12-40CE-AE97-6D939ECD3DF1}"/>
              </a:ext>
            </a:extLst>
          </p:cNvPr>
          <p:cNvSpPr>
            <a:spLocks xmlns:a="http://schemas.openxmlformats.org/drawingml/2006/main" noGrp="1"/>
          </p:cNvSpPr>
          <p:nvPr/>
        </p:nvSpPr>
        <p:spPr>
          <a:xfrm xmlns:a="http://schemas.openxmlformats.org/drawingml/2006/main">
            <a:off x="4953000" y="2981325"/>
            <a:ext cx="3067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92D32"/>
                </a:solidFill>
                <a:latin typeface="Arial"/>
                <a:ea typeface="Arial"/>
                <a:cs typeface="Arial"/>
              </a:defRPr>
            </a:pPr>
            <a:r>
              <a:rPr sz="1125"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97FF17CD-24DB-459B-A3A1-2EB2742974EC}"/>
              </a:ext>
            </a:extLst>
          </p:cNvPr>
          <p:cNvSpPr>
            <a:spLocks xmlns:a="http://schemas.openxmlformats.org/drawingml/2006/main" noGrp="1"/>
          </p:cNvSpPr>
          <p:nvPr/>
        </p:nvSpPr>
        <p:spPr>
          <a:xfrm xmlns:a="http://schemas.openxmlformats.org/drawingml/2006/main">
            <a:off x="4953000" y="3162300"/>
            <a:ext cx="3067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53" b="0">
                <a:solidFill>
                  <a:srgbClr val="666A70"/>
                </a:solidFill>
                <a:latin typeface="Arial"/>
                <a:ea typeface="Arial"/>
                <a:cs typeface="Arial"/>
              </a:defRPr>
            </a:pPr>
            <a:r>
              <a:rPr sz="953" b="0">
                <a:solidFill>
                  <a:srgbClr val="666A70"/>
                </a:solidFill>
                <a:latin typeface="Arial"/>
                <a:ea typeface="Arial"/>
                <a:cs typeface="Arial"/>
              </a:rPr>
              <a:t>Traditional applications show fixed results and provide limited support for follow-up questions.</a:t>
            </a:r>
          </a:p>
        </p:txBody>
      </p:sp>
      <p:sp>
        <p:nvSpPr>
          <p:cNvPr id="22" name="">
            <a:extLst xmlns:a="http://schemas.openxmlformats.org/drawingml/2006/main">
              <a:ext uri="{FF2B5EF4-FFF2-40B4-BE49-F238E27FC236}">
                <a16:creationId xmlns:a16="http://schemas.microsoft.com/office/drawing/2014/main" id="{B833A43E-4631-4818-A652-20FB17BE3CFA}"/>
              </a:ext>
            </a:extLst>
          </p:cNvPr>
          <p:cNvSpPr>
            <a:spLocks xmlns:a="http://schemas.openxmlformats.org/drawingml/2006/main" noGrp="1"/>
          </p:cNvSpPr>
          <p:nvPr/>
        </p:nvSpPr>
        <p:spPr>
          <a:xfrm xmlns:a="http://schemas.openxmlformats.org/drawingml/2006/main">
            <a:off x="4600575" y="348615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58B88"/>
                </a:solidFill>
                <a:latin typeface="Arial"/>
                <a:ea typeface="Arial"/>
                <a:cs typeface="Arial"/>
              </a:defRPr>
            </a:pPr>
            <a:r>
              <a:rPr sz="1125" b="1">
                <a:solidFill>
                  <a:srgbClr val="258B8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03AD9D92-57DC-4155-99B1-233A001B9908}"/>
              </a:ext>
            </a:extLst>
          </p:cNvPr>
          <p:cNvSpPr>
            <a:spLocks xmlns:a="http://schemas.openxmlformats.org/drawingml/2006/main" noGrp="1"/>
          </p:cNvSpPr>
          <p:nvPr/>
        </p:nvSpPr>
        <p:spPr>
          <a:xfrm xmlns:a="http://schemas.openxmlformats.org/drawingml/2006/main">
            <a:off x="4953000" y="3486150"/>
            <a:ext cx="3067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92D32"/>
                </a:solidFill>
                <a:latin typeface="Arial"/>
                <a:ea typeface="Arial"/>
                <a:cs typeface="Arial"/>
              </a:defRPr>
            </a:pPr>
            <a:r>
              <a:rPr sz="1125"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BB4E46BE-CD73-4EDF-BEA1-9A5F0FE68107}"/>
              </a:ext>
            </a:extLst>
          </p:cNvPr>
          <p:cNvSpPr>
            <a:spLocks xmlns:a="http://schemas.openxmlformats.org/drawingml/2006/main" noGrp="1"/>
          </p:cNvSpPr>
          <p:nvPr/>
        </p:nvSpPr>
        <p:spPr>
          <a:xfrm xmlns:a="http://schemas.openxmlformats.org/drawingml/2006/main">
            <a:off x="4953000" y="3667125"/>
            <a:ext cx="3067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53" b="0">
                <a:solidFill>
                  <a:srgbClr val="666A70"/>
                </a:solidFill>
                <a:latin typeface="Arial"/>
                <a:ea typeface="Arial"/>
                <a:cs typeface="Arial"/>
              </a:defRPr>
            </a:pPr>
            <a:r>
              <a:rPr sz="953" b="0">
                <a:solidFill>
                  <a:srgbClr val="666A70"/>
                </a:solidFill>
                <a:latin typeface="Arial"/>
                <a:ea typeface="Arial"/>
                <a:cs typeface="Arial"/>
              </a:rPr>
              <a:t>Manual navigation makes weather information less convenient while travelling, working or handling urgent situations.</a:t>
            </a:r>
          </a:p>
        </p:txBody>
      </p:sp>
      <p:sp>
        <p:nvSpPr>
          <p:cNvPr id="25" name="">
            <a:extLst xmlns:a="http://schemas.openxmlformats.org/drawingml/2006/main">
              <a:ext uri="{FF2B5EF4-FFF2-40B4-BE49-F238E27FC236}">
                <a16:creationId xmlns:a16="http://schemas.microsoft.com/office/drawing/2014/main" id="{64C05DC4-0469-4986-BF87-EEF59D608A05}"/>
              </a:ext>
            </a:extLst>
          </p:cNvPr>
          <p:cNvSpPr>
            <a:spLocks xmlns:a="http://schemas.openxmlformats.org/drawingml/2006/main" noGrp="1"/>
          </p:cNvSpPr>
          <p:nvPr/>
        </p:nvSpPr>
        <p:spPr>
          <a:xfrm xmlns:a="http://schemas.openxmlformats.org/drawingml/2006/main">
            <a:off x="4600575" y="3990975"/>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58B88"/>
                </a:solidFill>
                <a:latin typeface="Arial"/>
                <a:ea typeface="Arial"/>
                <a:cs typeface="Arial"/>
              </a:defRPr>
            </a:pPr>
            <a:r>
              <a:rPr sz="1125" b="1">
                <a:solidFill>
                  <a:srgbClr val="258B8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FDFCAC53-2307-4A33-8AE6-C560F0679C05}"/>
              </a:ext>
            </a:extLst>
          </p:cNvPr>
          <p:cNvSpPr>
            <a:spLocks xmlns:a="http://schemas.openxmlformats.org/drawingml/2006/main" noGrp="1"/>
          </p:cNvSpPr>
          <p:nvPr/>
        </p:nvSpPr>
        <p:spPr>
          <a:xfrm xmlns:a="http://schemas.openxmlformats.org/drawingml/2006/main">
            <a:off x="4953000" y="3990975"/>
            <a:ext cx="3067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92D32"/>
                </a:solidFill>
                <a:latin typeface="Arial"/>
                <a:ea typeface="Arial"/>
                <a:cs typeface="Arial"/>
              </a:defRPr>
            </a:pPr>
            <a:r>
              <a:rPr sz="1125"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18BC785E-D791-4130-8194-0723AD512573}"/>
              </a:ext>
            </a:extLst>
          </p:cNvPr>
          <p:cNvSpPr>
            <a:spLocks xmlns:a="http://schemas.openxmlformats.org/drawingml/2006/main" noGrp="1"/>
          </p:cNvSpPr>
          <p:nvPr/>
        </p:nvSpPr>
        <p:spPr>
          <a:xfrm xmlns:a="http://schemas.openxmlformats.org/drawingml/2006/main">
            <a:off x="4953000" y="4171950"/>
            <a:ext cx="3067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53" b="0">
                <a:solidFill>
                  <a:srgbClr val="666A70"/>
                </a:solidFill>
                <a:latin typeface="Arial"/>
                <a:ea typeface="Arial"/>
                <a:cs typeface="Arial"/>
              </a:defRPr>
            </a:pPr>
            <a:r>
              <a:rPr sz="953"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12AC092B-B803-4F9A-869D-FD622DD759F1}"/>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1E7FA71E-1D6A-4109-B7B5-22888BE1B831}"/>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536D5D6-891D-4DA0-BF03-458EFF1C0CE3}"/>
              </a:ext>
            </a:extLst>
          </p:cNvPr>
          <p:cNvSpPr>
            <a:spLocks xmlns:a="http://schemas.openxmlformats.org/drawingml/2006/main" noGrp="1"/>
          </p:cNvSpPr>
          <p:nvPr/>
        </p:nvSpPr>
        <p:spPr>
          <a:xfrm xmlns:a="http://schemas.openxmlformats.org/drawingml/2006/main">
            <a:off x="8439150" y="1952625"/>
            <a:ext cx="3095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Meteorological agencies and weather-data providers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Disaster-management and coastal-warning authorities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Local government and emergency-response services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researchers and system developers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Community organisations responsible for public awareness</a:t>
            </a:r>
          </a:p>
        </p:txBody>
      </p:sp>
      <p:sp>
        <p:nvSpPr>
          <p:cNvPr id="31" name="">
            <a:extLst xmlns:a="http://schemas.openxmlformats.org/drawingml/2006/main">
              <a:ext uri="{FF2B5EF4-FFF2-40B4-BE49-F238E27FC236}">
                <a16:creationId xmlns:a16="http://schemas.microsoft.com/office/drawing/2014/main" id="{43FBB0D2-1D90-472F-8890-E140B355630D}"/>
              </a:ext>
            </a:extLst>
          </p:cNvPr>
          <p:cNvSpPr>
            <a:spLocks xmlns:a="http://schemas.openxmlformats.org/drawingml/2006/main" noGrp="1"/>
          </p:cNvSpPr>
          <p:nvPr/>
        </p:nvSpPr>
        <p:spPr>
          <a:xfrm xmlns:a="http://schemas.openxmlformats.org/drawingml/2006/main">
            <a:off x="8439150" y="31051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85F18D5-5C8B-4D79-8584-6F0E6847F98E}"/>
              </a:ext>
            </a:extLst>
          </p:cNvPr>
          <p:cNvSpPr>
            <a:spLocks xmlns:a="http://schemas.openxmlformats.org/drawingml/2006/main" noGrp="1"/>
          </p:cNvSpPr>
          <p:nvPr/>
        </p:nvSpPr>
        <p:spPr>
          <a:xfrm xmlns:a="http://schemas.openxmlformats.org/drawingml/2006/main">
            <a:off x="8439150" y="321945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33" name="">
            <a:extLst xmlns:a="http://schemas.openxmlformats.org/drawingml/2006/main">
              <a:ext uri="{FF2B5EF4-FFF2-40B4-BE49-F238E27FC236}">
                <a16:creationId xmlns:a16="http://schemas.microsoft.com/office/drawing/2014/main" id="{0CAD8EDC-E281-4C29-A032-0CCEBBA1CBC4}"/>
              </a:ext>
            </a:extLst>
          </p:cNvPr>
          <p:cNvSpPr>
            <a:spLocks xmlns:a="http://schemas.openxmlformats.org/drawingml/2006/main" noGrp="1"/>
          </p:cNvSpPr>
          <p:nvPr/>
        </p:nvSpPr>
        <p:spPr>
          <a:xfrm xmlns:a="http://schemas.openxmlformats.org/drawingml/2006/main">
            <a:off x="8439150" y="350520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25B9A02-1213-48B4-907E-4C632EF3FD1B}"/>
              </a:ext>
            </a:extLst>
          </p:cNvPr>
          <p:cNvSpPr>
            <a:spLocks xmlns:a="http://schemas.openxmlformats.org/drawingml/2006/main" noGrp="1"/>
          </p:cNvSpPr>
          <p:nvPr/>
        </p:nvSpPr>
        <p:spPr>
          <a:xfrm xmlns:a="http://schemas.openxmlformats.org/drawingml/2006/main">
            <a:off x="8439150" y="3609975"/>
            <a:ext cx="309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General public seeking understandable weather information</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Farmers and outdoor workers planning daily activities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Fisherfolk and residents of coastal regions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Travellers, commuters and outdoor-event organisers</a:t>
            </a:r>
          </a:p>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Elderly users and people who benefit from voice-based access</a:t>
            </a:r>
          </a:p>
        </p:txBody>
      </p:sp>
      <p:sp>
        <p:nvSpPr>
          <p:cNvPr id="35" name="">
            <a:extLst xmlns:a="http://schemas.openxmlformats.org/drawingml/2006/main">
              <a:ext uri="{FF2B5EF4-FFF2-40B4-BE49-F238E27FC236}">
                <a16:creationId xmlns:a16="http://schemas.microsoft.com/office/drawing/2014/main" id="{86D162CF-3D7A-4DF1-B221-62185F00411D}"/>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076D181-C1A9-4D92-8F93-19F6F1DA28A0}"/>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sp>
        <p:nvSpPr>
          <p:cNvPr id="37" name="">
            <a:extLst xmlns:a="http://schemas.openxmlformats.org/drawingml/2006/main">
              <a:ext uri="{FF2B5EF4-FFF2-40B4-BE49-F238E27FC236}">
                <a16:creationId xmlns:a16="http://schemas.microsoft.com/office/drawing/2014/main" id="{13EEA087-FB37-4323-BD5E-14E1DF150856}"/>
              </a:ext>
            </a:extLst>
          </p:cNvPr>
          <p:cNvSpPr>
            <a:spLocks xmlns:a="http://schemas.openxmlformats.org/drawingml/2006/main" noGrp="1"/>
          </p:cNvSpPr>
          <p:nvPr/>
        </p:nvSpPr>
        <p:spPr>
          <a:xfrm xmlns:a="http://schemas.openxmlformats.org/drawingml/2006/main">
            <a:off x="590550" y="51625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01</a:t>
            </a:r>
          </a:p>
        </p:txBody>
      </p:sp>
      <p:sp>
        <p:nvSpPr>
          <p:cNvPr id="38" name="">
            <a:extLst xmlns:a="http://schemas.openxmlformats.org/drawingml/2006/main">
              <a:ext uri="{FF2B5EF4-FFF2-40B4-BE49-F238E27FC236}">
                <a16:creationId xmlns:a16="http://schemas.microsoft.com/office/drawing/2014/main" id="{82F1A62A-68F6-4966-9510-A9D6D0085F05}"/>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4DB833B-5634-4747-8D12-1C624F8FC9C3}"/>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40" name="">
            <a:extLst xmlns:a="http://schemas.openxmlformats.org/drawingml/2006/main">
              <a:ext uri="{FF2B5EF4-FFF2-40B4-BE49-F238E27FC236}">
                <a16:creationId xmlns:a16="http://schemas.microsoft.com/office/drawing/2014/main" id="{7859D604-B20E-4D8C-9F2B-943F5686D379}"/>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41" name="">
            <a:extLst xmlns:a="http://schemas.openxmlformats.org/drawingml/2006/main">
              <a:ext uri="{FF2B5EF4-FFF2-40B4-BE49-F238E27FC236}">
                <a16:creationId xmlns:a16="http://schemas.microsoft.com/office/drawing/2014/main" id="{05E956CC-27CF-4220-ABF8-4148514A1CEA}"/>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398BC63-95EA-4D24-AB99-6AC924089DF9}"/>
              </a:ext>
            </a:extLst>
          </p:cNvPr>
          <p:cNvSpPr>
            <a:spLocks xmlns:a="http://schemas.openxmlformats.org/drawingml/2006/main" noGrp="1"/>
          </p:cNvSpPr>
          <p:nvPr/>
        </p:nvSpPr>
        <p:spPr>
          <a:xfrm xmlns:a="http://schemas.openxmlformats.org/drawingml/2006/main">
            <a:off x="2876550" y="51625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43" name="">
            <a:extLst xmlns:a="http://schemas.openxmlformats.org/drawingml/2006/main">
              <a:ext uri="{FF2B5EF4-FFF2-40B4-BE49-F238E27FC236}">
                <a16:creationId xmlns:a16="http://schemas.microsoft.com/office/drawing/2014/main" id="{14C6C600-26C1-4D7C-832F-E4AC0700E06E}"/>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32F9A8F-AF2F-4D01-8287-E4B68CC98A10}"/>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45" name="">
            <a:extLst xmlns:a="http://schemas.openxmlformats.org/drawingml/2006/main">
              <a:ext uri="{FF2B5EF4-FFF2-40B4-BE49-F238E27FC236}">
                <a16:creationId xmlns:a16="http://schemas.microsoft.com/office/drawing/2014/main" id="{0264F1D5-A0C2-429F-A3B8-CD6EC62EC1B4}"/>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46" name="">
            <a:extLst xmlns:a="http://schemas.openxmlformats.org/drawingml/2006/main">
              <a:ext uri="{FF2B5EF4-FFF2-40B4-BE49-F238E27FC236}">
                <a16:creationId xmlns:a16="http://schemas.microsoft.com/office/drawing/2014/main" id="{386E3526-4A37-41C8-BFC2-2B75E208C906}"/>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FA88BC8-F3DF-4A16-994C-813E8CF0DC70}"/>
              </a:ext>
            </a:extLst>
          </p:cNvPr>
          <p:cNvSpPr>
            <a:spLocks xmlns:a="http://schemas.openxmlformats.org/drawingml/2006/main" noGrp="1"/>
          </p:cNvSpPr>
          <p:nvPr/>
        </p:nvSpPr>
        <p:spPr>
          <a:xfrm xmlns:a="http://schemas.openxmlformats.org/drawingml/2006/main">
            <a:off x="5162550" y="51625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C95C57"/>
                </a:solidFill>
                <a:latin typeface="Arial"/>
                <a:ea typeface="Arial"/>
                <a:cs typeface="Arial"/>
              </a:defRPr>
            </a:pPr>
            <a:r>
              <a:rPr sz="1050" b="1">
                <a:solidFill>
                  <a:srgbClr val="C95C57"/>
                </a:solidFill>
                <a:latin typeface="Arial"/>
                <a:ea typeface="Arial"/>
                <a:cs typeface="Arial"/>
              </a:rPr>
              <a:t>03</a:t>
            </a:r>
          </a:p>
        </p:txBody>
      </p:sp>
      <p:sp>
        <p:nvSpPr>
          <p:cNvPr id="48" name="">
            <a:extLst xmlns:a="http://schemas.openxmlformats.org/drawingml/2006/main">
              <a:ext uri="{FF2B5EF4-FFF2-40B4-BE49-F238E27FC236}">
                <a16:creationId xmlns:a16="http://schemas.microsoft.com/office/drawing/2014/main" id="{CC956F2B-3736-4A6B-B408-C12BF5E338EB}"/>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B649EA1-471E-49D5-9D3E-FEFBA97EEA40}"/>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50" name="">
            <a:extLst xmlns:a="http://schemas.openxmlformats.org/drawingml/2006/main">
              <a:ext uri="{FF2B5EF4-FFF2-40B4-BE49-F238E27FC236}">
                <a16:creationId xmlns:a16="http://schemas.microsoft.com/office/drawing/2014/main" id="{3192E45D-DF7D-445F-BE4B-F328C2636E74}"/>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51" name="">
            <a:extLst xmlns:a="http://schemas.openxmlformats.org/drawingml/2006/main">
              <a:ext uri="{FF2B5EF4-FFF2-40B4-BE49-F238E27FC236}">
                <a16:creationId xmlns:a16="http://schemas.microsoft.com/office/drawing/2014/main" id="{AC364296-64E0-48D6-9963-782D4A7296AD}"/>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FABCAE4-565F-4C6B-B0F6-C96657A9933C}"/>
              </a:ext>
            </a:extLst>
          </p:cNvPr>
          <p:cNvSpPr>
            <a:spLocks xmlns:a="http://schemas.openxmlformats.org/drawingml/2006/main" noGrp="1"/>
          </p:cNvSpPr>
          <p:nvPr/>
        </p:nvSpPr>
        <p:spPr>
          <a:xfrm xmlns:a="http://schemas.openxmlformats.org/drawingml/2006/main">
            <a:off x="7448550" y="51625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04</a:t>
            </a:r>
          </a:p>
        </p:txBody>
      </p:sp>
      <p:sp>
        <p:nvSpPr>
          <p:cNvPr id="53" name="">
            <a:extLst xmlns:a="http://schemas.openxmlformats.org/drawingml/2006/main">
              <a:ext uri="{FF2B5EF4-FFF2-40B4-BE49-F238E27FC236}">
                <a16:creationId xmlns:a16="http://schemas.microsoft.com/office/drawing/2014/main" id="{41D9387D-40D9-45E7-A744-F8CF7C23318A}"/>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1D6B7ECA-CED5-4A34-B1A3-F6C462E26605}"/>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55" name="">
            <a:extLst xmlns:a="http://schemas.openxmlformats.org/drawingml/2006/main">
              <a:ext uri="{FF2B5EF4-FFF2-40B4-BE49-F238E27FC236}">
                <a16:creationId xmlns:a16="http://schemas.microsoft.com/office/drawing/2014/main" id="{62A25588-061A-4A4F-BCD7-2A918E815446}"/>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56" name="">
            <a:extLst xmlns:a="http://schemas.openxmlformats.org/drawingml/2006/main">
              <a:ext uri="{FF2B5EF4-FFF2-40B4-BE49-F238E27FC236}">
                <a16:creationId xmlns:a16="http://schemas.microsoft.com/office/drawing/2014/main" id="{C85DFCBF-2143-4628-8683-C4ED2559BE7C}"/>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97CD28D-59AC-4394-A9BA-E3B9974E5E3F}"/>
              </a:ext>
            </a:extLst>
          </p:cNvPr>
          <p:cNvSpPr>
            <a:spLocks xmlns:a="http://schemas.openxmlformats.org/drawingml/2006/main" noGrp="1"/>
          </p:cNvSpPr>
          <p:nvPr/>
        </p:nvSpPr>
        <p:spPr>
          <a:xfrm xmlns:a="http://schemas.openxmlformats.org/drawingml/2006/main">
            <a:off x="9734550" y="5162550"/>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58" name="">
            <a:extLst xmlns:a="http://schemas.openxmlformats.org/drawingml/2006/main">
              <a:ext uri="{FF2B5EF4-FFF2-40B4-BE49-F238E27FC236}">
                <a16:creationId xmlns:a16="http://schemas.microsoft.com/office/drawing/2014/main" id="{1412954C-2281-4B8E-BABF-D74D53A26A85}"/>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2ABE82A5-524A-407F-9526-14D1CB9EEC9D}"/>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60" name="">
            <a:extLst xmlns:a="http://schemas.openxmlformats.org/drawingml/2006/main">
              <a:ext uri="{FF2B5EF4-FFF2-40B4-BE49-F238E27FC236}">
                <a16:creationId xmlns:a16="http://schemas.microsoft.com/office/drawing/2014/main" id="{5BE8F9CB-D226-4E47-9303-2B49EE5A710F}"/>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
        <p:nvSpPr>
          <p:cNvPr id="61" name="">
            <a:extLst xmlns:a="http://schemas.openxmlformats.org/drawingml/2006/main">
              <a:ext uri="{FF2B5EF4-FFF2-40B4-BE49-F238E27FC236}">
                <a16:creationId xmlns:a16="http://schemas.microsoft.com/office/drawing/2014/main" id="{64B41889-68F4-4715-8457-6A24632C5B9B}"/>
              </a:ext>
            </a:extLst>
          </p:cNvPr>
          <p:cNvSpPr>
            <a:spLocks xmlns:a="http://schemas.openxmlformats.org/drawingml/2006/main" noGrp="1"/>
          </p:cNvSpPr>
          <p:nvPr/>
        </p:nvSpPr>
        <p:spPr>
          <a:xfrm xmlns:a="http://schemas.openxmlformats.org/drawingml/2006/main">
            <a:off x="10572750" y="266700"/>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825" b="1">
                <a:solidFill>
                  <a:srgbClr val="258B88"/>
                </a:solidFill>
                <a:latin typeface="Arial"/>
                <a:ea typeface="Arial"/>
                <a:cs typeface="Arial"/>
              </a:defRPr>
            </a:pPr>
            <a:r>
              <a:rPr sz="825" b="1">
                <a:solidFill>
                  <a:srgbClr val="258B88"/>
                </a:solidFill>
                <a:latin typeface="Arial"/>
                <a:ea typeface="Arial"/>
                <a:cs typeface="Arial"/>
              </a:rPr>
              <a:t>WEATHER GPT</a:t>
            </a:r>
          </a:p>
        </p:txBody>
      </p:sp>
    </p:spTree>
    <p:extLst>
      <p:ext uri="{BB962C8B-B14F-4D97-AF65-F5344CB8AC3E}">
        <p14:creationId xmlns:p14="http://schemas.microsoft.com/office/powerpoint/2010/main" val="10062057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2026-10-02T03:47:41.5430000Z</dcterms:created>
  <dcterms:modified xsi:type="dcterms:W3CDTF">2026-10-02T03:47:41.5430000Z</dcterms:modified>
</coreProperties>
</file>