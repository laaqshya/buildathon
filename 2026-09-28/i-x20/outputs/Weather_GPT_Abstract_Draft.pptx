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a9743bf4ed4b7c" /><Relationship Type="http://schemas.openxmlformats.org/officeDocument/2006/relationships/extended-properties" Target="/docProps/app.xml" Id="Rfb85bc444a364eaa" /><Relationship Type="http://schemas.openxmlformats.org/officeDocument/2006/relationships/officeDocument" Target="/ppt/presentation.xml" Id="R79b891edde78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33600dd8db4a24"/>
  </p:sldMasterIdLst>
  <p:notesMasterIdLst>
    <p:notesMasterId xmlns:r="http://schemas.openxmlformats.org/officeDocument/2006/relationships" r:id="R65638ceaa2444662"/>
  </p:notesMasterIdLst>
  <p:sldIdLst>
    <p:sldId xmlns:r="http://schemas.openxmlformats.org/officeDocument/2006/relationships" id="256" r:id="R1c4ace2a3e894148"/>
    <p:sldId xmlns:r="http://schemas.openxmlformats.org/officeDocument/2006/relationships" id="257" r:id="Rc8c5d56a1e634c6c"/>
    <p:sldId xmlns:r="http://schemas.openxmlformats.org/officeDocument/2006/relationships" id="258" r:id="R4ce32638ee2a42bd"/>
    <p:sldId xmlns:r="http://schemas.openxmlformats.org/officeDocument/2006/relationships" id="259" r:id="R127fc0fe1ab44921"/>
    <p:sldId xmlns:r="http://schemas.openxmlformats.org/officeDocument/2006/relationships" id="260" r:id="R8041e69ca6e94bf7"/>
    <p:sldId xmlns:r="http://schemas.openxmlformats.org/officeDocument/2006/relationships" id="261" r:id="Rc7aa29f6342a47c8"/>
    <p:sldId xmlns:r="http://schemas.openxmlformats.org/officeDocument/2006/relationships" id="262" r:id="R545d7b3587074924"/>
    <p:sldId xmlns:r="http://schemas.openxmlformats.org/officeDocument/2006/relationships" id="263" r:id="R2034afd909d44b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83b1e0afcb4f74" /><Relationship Type="http://schemas.openxmlformats.org/officeDocument/2006/relationships/slideMaster" Target="/ppt/slideMasters/slideMaster1.xml" Id="R4533600dd8db4a24" /><Relationship Type="http://schemas.openxmlformats.org/officeDocument/2006/relationships/notesMaster" Target="/ppt/notesMasters/notesMaster1.xml" Id="R65638ceaa2444662" /><Relationship Type="http://schemas.openxmlformats.org/officeDocument/2006/relationships/presProps" Target="/ppt/presProps.xml" Id="Rb7529bcf6b3a44e4" /><Relationship Type="http://schemas.openxmlformats.org/officeDocument/2006/relationships/tableStyles" Target="/ppt/tableStyles.xml" Id="R5d3b8202a604462b" /><Relationship Type="http://schemas.openxmlformats.org/officeDocument/2006/relationships/slide" Target="/ppt/slides/slide1.xml" Id="R1c4ace2a3e894148" /><Relationship Type="http://schemas.openxmlformats.org/officeDocument/2006/relationships/slide" Target="/ppt/slides/slide2.xml" Id="Rc8c5d56a1e634c6c" /><Relationship Type="http://schemas.openxmlformats.org/officeDocument/2006/relationships/slide" Target="/ppt/slides/slide3.xml" Id="R4ce32638ee2a42bd" /><Relationship Type="http://schemas.openxmlformats.org/officeDocument/2006/relationships/slide" Target="/ppt/slides/slide4.xml" Id="R127fc0fe1ab44921" /><Relationship Type="http://schemas.openxmlformats.org/officeDocument/2006/relationships/slide" Target="/ppt/slides/slide5.xml" Id="R8041e69ca6e94bf7" /><Relationship Type="http://schemas.openxmlformats.org/officeDocument/2006/relationships/slide" Target="/ppt/slides/slide6.xml" Id="Rc7aa29f6342a47c8" /><Relationship Type="http://schemas.openxmlformats.org/officeDocument/2006/relationships/slide" Target="/ppt/slides/slide7.xml" Id="R545d7b3587074924" /><Relationship Type="http://schemas.openxmlformats.org/officeDocument/2006/relationships/slide" Target="/ppt/slides/slide8.xml" Id="R2034afd909d44b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56078fcd3d4a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8276027c3f4ce2" /><Relationship Type="http://schemas.openxmlformats.org/officeDocument/2006/relationships/notesMaster" Target="/ppt/notesMasters/notesMaster1.xml" Id="Rdf5b25b670794e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eaed433f4442f8" /><Relationship Type="http://schemas.openxmlformats.org/officeDocument/2006/relationships/notesMaster" Target="/ppt/notesMasters/notesMaster1.xml" Id="R2031a7de4dcc4b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7b60bfe4154ae2" /><Relationship Type="http://schemas.openxmlformats.org/officeDocument/2006/relationships/notesMaster" Target="/ppt/notesMasters/notesMaster1.xml" Id="R0154ef9b611d4c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bd8a9a09034821" /><Relationship Type="http://schemas.openxmlformats.org/officeDocument/2006/relationships/notesMaster" Target="/ppt/notesMasters/notesMaster1.xml" Id="R0ca4e516b12a44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b234de7d4744bc" /><Relationship Type="http://schemas.openxmlformats.org/officeDocument/2006/relationships/notesMaster" Target="/ppt/notesMasters/notesMaster1.xml" Id="R8a9794d84f3d4c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19049b5afd46c7" /><Relationship Type="http://schemas.openxmlformats.org/officeDocument/2006/relationships/notesMaster" Target="/ppt/notesMasters/notesMaster1.xml" Id="Ra2060ea053f746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8f31c04db645e0" /><Relationship Type="http://schemas.openxmlformats.org/officeDocument/2006/relationships/notesMaster" Target="/ppt/notesMasters/notesMaster1.xml" Id="Rd5ca37ca2e3e48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d27ccb3b714e74" /><Relationship Type="http://schemas.openxmlformats.org/officeDocument/2006/relationships/notesMaster" Target="/ppt/notesMasters/notesMaster1.xml" Id="R8795ebb8a2b3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Weather GPT project proposal based on five user-supplied screen recordings. The recordings contain reference demos under the names WeatherGPT, Weather Globe, and WeatherEx.ai/Cumulus. They do not verify a single unified implementation. Add team details, institution and problem-statement ID before submitting. No official slide limit or template was available in the recordings.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problem framing for the Weather GPT abstract, not a quotation from an official organizer brief. Reference inspiration: recording 2026-09-27 103319, country weather panels and forecasts, and recording 2026-09-28 082043, regional-language weather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abstract describes a proposed system. Source features: WeatherGPT map controls in recordings 2026-09-27 102457 and 102703, country readings and seven-day forecasts in 103319, and multilingual Cumulus conversations in 2026-09-28 082043. No measured accuracy, performance result or implementation completion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image: user-supplied Screen Recording 2026-09-27 102457.mp4, frame near 21 seconds. Map-style and overlay controls are visible in this reference interface. The weather-layer menu includes temperature, rainfall, temperature anomaly, drought and sea-surface temperature. The recording does not validate live data sources or working results for every menu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image: user-supplied Screen Recording 2026-09-27 103319.mp4, near 30 seconds, India selection. Additional selections include Ukraine, United States of America, Mexico and China. The panel displays current temperature and condition, feels-like temperature, humidity, wind, precipitation, pressure and UV index. The interface attributes live data to Open-Meteo. The recording does not validate API freshness or how country locations map to coordinates. Values in the screenshot are demonstration values, not current forecasts.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image: user-supplied Screen Recording 2026-09-28 082043.mp4, near 24 seconds. WeatherEx.ai/Cumulus demonstrates a question typed in Malayalam using Latin characters: "kochiyil nale mazha peyyumo?", meaning approximately "Will it rain in Kochi tomorrow?" The assistant responds in Malayalam script and offers follow-up questions. Forecast, trip-planning, extended-forecast and comparison prompts are visible suggestions, not independently verified response capabilities. Sign-in is demonstrated, but its personal details are excluded from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architecture proposed for Weather GPT, not an architecture verified from the screen recordings. The core data flow uses an external weather-data service and an assistant that retrieves location-specific readings before composing an answer. The reference Weather Globe attributes data to Open-Meteo, but the team must confirm its actual provider, application stack and model before claiming an implementation. Data timestamps and units are proposed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outcomes are project objectives, not measured results. The heatwave extension draws inspiration from Screen Recording 2026-09-28 082340.mp4, a concept montage that shows lagged features, a 90th-percentile threshold, Random Forest and SHAP-style explainability. The montage does not establish a trained model, evaluation results or working risk service. For a future heatwave extension, define location-specific criteria and evaluate historical data with separate training and testing periods.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8affc50a34e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183c6a375a4f35" /><Relationship Type="http://schemas.openxmlformats.org/officeDocument/2006/relationships/slideLayout" Target="/ppt/slideLayouts/slideLayout1.xml" Id="Rb1b2a762acc5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b2a762acc5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55e940d32422f" /><Relationship Type="http://schemas.openxmlformats.org/officeDocument/2006/relationships/notesSlide" Target="/ppt/notesSlides/notesSlide1.xml" Id="Recc21f490386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680838cb94a68" /><Relationship Type="http://schemas.openxmlformats.org/officeDocument/2006/relationships/notesSlide" Target="/ppt/notesSlides/notesSlide2.xml" Id="R1fee19afb4124c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7cfb592404297" /><Relationship Type="http://schemas.openxmlformats.org/officeDocument/2006/relationships/notesSlide" Target="/ppt/notesSlides/notesSlide3.xml" Id="Reac8ec48de6e4f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ad26a96124d6b" /><Relationship Type="http://schemas.openxmlformats.org/officeDocument/2006/relationships/image" Target="/ppt/media/image.jpeg" Id="Rc662611517a74853" /><Relationship Type="http://schemas.openxmlformats.org/officeDocument/2006/relationships/notesSlide" Target="/ppt/notesSlides/notesSlide4.xml" Id="Rb03a21f904714a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9ac8b22bc4fdb" /><Relationship Type="http://schemas.openxmlformats.org/officeDocument/2006/relationships/image" Target="/ppt/media/image2.jpeg" Id="R6f00d7e30b98480f" /><Relationship Type="http://schemas.openxmlformats.org/officeDocument/2006/relationships/notesSlide" Target="/ppt/notesSlides/notesSlide5.xml" Id="R3a115c66545145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d4526d383470c" /><Relationship Type="http://schemas.openxmlformats.org/officeDocument/2006/relationships/image" Target="/ppt/media/image3.jpeg" Id="Rc76f942df5a74510" /><Relationship Type="http://schemas.openxmlformats.org/officeDocument/2006/relationships/notesSlide" Target="/ppt/notesSlides/notesSlide6.xml" Id="R2fb4b3c6c11445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174b8d8d3489b" /><Relationship Type="http://schemas.openxmlformats.org/officeDocument/2006/relationships/notesSlide" Target="/ppt/notesSlides/notesSlide7.xml" Id="Rbe4005f6163b48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75998fafd4948" /><Relationship Type="http://schemas.openxmlformats.org/officeDocument/2006/relationships/notesSlide" Target="/ppt/notesSlides/notesSlide8.xml" Id="R048cfbacacbb4e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5DFD6-8FE2-4EA2-BF89-56D1FDE1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Weather GPT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4C25B-C2A7-45F9-BE8E-28C3144A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CE2E8"/>
                </a:solidFill>
                <a:latin typeface="Arial"/>
                <a:ea typeface="Arial"/>
                <a:cs typeface="Arial"/>
              </a:rPr>
              <a:t>Conversational weather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4B1D7-BF5D-43AA-B341-EEEF34CB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Abstract submission draft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618EE-0690-4023-A017-B65C3D36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Interactive maps and forecasts in familiar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6CD36-5B4B-4906-B0AF-1F6C4A26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5391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45392-9222-405D-A187-474AC688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Problem statement and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A0E0E-91CA-4A2E-B47E-BDF8CD88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How can users find local weather and understand a forecast in familiar language?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EBD11-8F66-4877-BFAD-500C20E1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Location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10D1D-5033-4CAF-8D97-BEB1EEFB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Select a place on a globe or search by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48E09-19F9-4304-AD50-31E45267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Forecast understanding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F8960-3F8B-473E-9011-61E2FE4A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4812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Explain current conditions and the coming week.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4C065-285F-4FA6-88A5-23A22E4E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Everyday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7AEB2-56CC-4A3E-A47A-86A3B335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657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Answer practical questions about rain, temperature, and travel.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E068C-92E8-49A7-9F37-FBA5095F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3004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C5582-EA3C-49C2-850A-3A2279EB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Project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4CD1D-0888-4A01-B99D-4A95B5D8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Weather GPT proposes a weather information platform that combines an interactive globe with a conversational assistant.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11900-3636-4399-8DA9-9202EF25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347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Users will select a location, inspect current conditions and a seven-day forecast, and ask questions in natural language. The assistant will use structured weather data to explain rain, temperature, and other conditions in familiar language, including supported regional languages.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13A8F-FDA8-471A-8608-5A32A509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34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Selectable weather overlays will provide geographic context. The project aims to make forecasts easier to understand for everyday planning. Explainable heatwave-risk analysis is a possible extension after the core weather workflow is complete.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CE52D-FB1E-48EB-8110-0433DF67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0470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70817-2BA5-4827-AC04-0A1FF2D2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Interactive globe and weather layers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2611517a74853"/>
          <a:stretch xmlns:a="http://schemas.openxmlformats.org/drawingml/2006/main"/>
        </p:blipFill>
        <p:spPr>
          <a:xfrm xmlns:a="http://schemas.openxmlformats.org/drawingml/2006/main">
            <a:off x="609600" y="1725216"/>
            <a:ext cx="7200900" cy="40076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A0ABB-BC81-4264-80FD-438A4BA6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720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Reference demo: WeatherGPT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52B8D-9FC1-4DD3-9E94-E509517E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Globe navigation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80862-C428-47B0-AD15-1CA80E70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05025"/>
            <a:ext cx="3295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Rotate and zoom to explore locations.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0185-ECD5-43EA-BE24-4CE2AE4B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Weather overlays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5E0E9-1ED6-4BE6-AD33-9270DC22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29025"/>
            <a:ext cx="3295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Temperature and rainfall, with further layer options.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622CD-485A-4C1E-85D9-06FE1BA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Map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E6AF5-0ED7-41A6-9FC3-65940DE8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24475"/>
            <a:ext cx="3295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Base-map styles and geographic overlays.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468A8-D56E-4F7F-902C-56A75EEF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5540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03170-B6DC-4CBA-96F4-05B15B34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Location weather and seven-day forecasts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0d7e30b98480f"/>
          <a:stretch xmlns:a="http://schemas.openxmlformats.org/drawingml/2006/main"/>
        </p:blipFill>
        <p:spPr>
          <a:xfrm xmlns:a="http://schemas.openxmlformats.org/drawingml/2006/main">
            <a:off x="609600" y="2060794"/>
            <a:ext cx="7200900" cy="33364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48EFD-9BC1-4F28-91D9-97955E23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720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Reference demo: Weather Globe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EBAAC-8A4F-4E8D-A8F4-AE0EAC7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Current conditions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E1204-DA5C-4D2B-B5EA-7ABE852F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05025"/>
            <a:ext cx="3295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Temperature, condition, and feels-like temperature.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FEDE0-A6D5-42E8-95ED-15C1197D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Detailed readings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1C4C4-B350-454C-869C-9756B38B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9525"/>
            <a:ext cx="3295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Humidity, wind, rain, pressure, and UV index.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7640A-0059-4F02-9D2D-7CB855FD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57775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Seven-day outlook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97CDE-2DCB-4479-9F83-54B34D9C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24500"/>
            <a:ext cx="329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Daily conditions and forecast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870E2-FDDC-4B8C-A3CB-EAEEE71A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3542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1A4F-E75D-4022-BE96-E0057A26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Weather conversations in regional languages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f942df5a74510"/>
          <a:stretch xmlns:a="http://schemas.openxmlformats.org/drawingml/2006/main"/>
        </p:blipFill>
        <p:spPr>
          <a:xfrm xmlns:a="http://schemas.openxmlformats.org/drawingml/2006/main">
            <a:off x="791504" y="1724025"/>
            <a:ext cx="6837093" cy="40100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6EA3B-CF81-4B75-B5F4-6F68F284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720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Reference demo: WeatherEx.ai / Cumulus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4224F-C3A7-42FD-9611-A505149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2877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Natural-language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93150-3992-4954-AA03-11E90876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47925"/>
            <a:ext cx="3295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“Will it rain in Kochi tomorrow?”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95630-BE2B-4768-B3E0-A47BB6EF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90925"/>
            <a:ext cx="32956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Regional-language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BD6F1-728C-4C46-BA88-F0E84F72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Romanized Malayalam input and a response in Malayalam script.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A3BA7-B068-425B-8E27-4FB86673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10250"/>
            <a:ext cx="3295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Suggested follow-up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C9832-310F-4FE2-A89B-5C69ECC4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3050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052C8-833B-4E16-ADC3-8872F45D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Proposed system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BFC2C-7753-446B-9461-8C16D393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1. Location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D3FB9-2770-492F-944C-77FFB2EA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6210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Search text or a selected map position identifies the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C3816-624D-4770-A2A6-34617D82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2. Weather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CF219-DDC9-469F-93A8-E72DA0EC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38425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A weather service returns current readings and forecast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27196-BED9-4A9A-9F7B-2F5AFB6D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3. Assistant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B80BC-9073-45DA-B4AE-9FF25A7D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147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The assistant uses the retrieved data to answer in the requested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34B39-AB73-4ACA-B27D-C20BE651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4. User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FCE97-A1B1-476C-9361-A4568634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91075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The map, forecast panel, and chat present the same location and time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98339-4F0C-4C7F-801D-E343C999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Responses should show the data source, timestamp, and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251AC-74CB-4A2B-9DC5-E695BFF6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384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C54BD-CFE9-4EEB-A6FA-A7086C8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Expected outcomes and 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6EEBB-059C-44D3-8DAE-79A77476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Core deliverable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54959-3795-4145-8FF8-95A615A9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 working location-to-forecast workflow with an interactive map and a weather assistant.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D37BE-1C39-4A48-A81A-2C1A686A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Evaluation goals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74D62-06DB-4F43-87F7-10CE574D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48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Check data consistency, answer accuracy, language quality, and ease of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8247B-FB8F-40FB-AAFA-168B129A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525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Possible extension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7084A-7248-4089-9899-EFEE145A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526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Heatwave-risk analysis using historical weather features, with explanations of the main contributing factors.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10DD4-172D-411D-9D2E-B9C636F1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052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CE2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CE2E8"/>
                </a:solidFill>
                <a:latin typeface="Arial"/>
                <a:ea typeface="Arial"/>
                <a:cs typeface="Arial"/>
              </a:rPr>
              <a:t>Scope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98718-9C1D-4761-A8EE-3274324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24400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9E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9E6"/>
                </a:solidFill>
                <a:latin typeface="Arial"/>
                <a:ea typeface="Arial"/>
                <a:cs typeface="Arial"/>
              </a:rPr>
              <a:t>Core weather features come first. Risk-model development and evaluation form a later phase.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9A406-96B3-45A1-A989-48959DD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AB1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B1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946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2026-09-28T04:19:51.7000000Z</dcterms:created>
  <dcterms:modified xsi:type="dcterms:W3CDTF">2026-09-28T04:19:51.7000000Z</dcterms:modified>
</coreProperties>
</file>