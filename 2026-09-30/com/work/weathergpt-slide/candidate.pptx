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408742cc434b93" /><Relationship Type="http://schemas.openxmlformats.org/officeDocument/2006/relationships/extended-properties" Target="/docProps/app.xml" Id="R753e22fe6b864d0e" /><Relationship Type="http://schemas.openxmlformats.org/officeDocument/2006/relationships/officeDocument" Target="/ppt/presentation.xml" Id="R49dc1e9bd97e48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2dc0933f7246ab"/>
  </p:sldMasterIdLst>
  <p:notesMasterIdLst>
    <p:notesMasterId xmlns:r="http://schemas.openxmlformats.org/officeDocument/2006/relationships" r:id="R173b2c012f5d4224"/>
  </p:notesMasterIdLst>
  <p:sldIdLst>
    <p:sldId xmlns:r="http://schemas.openxmlformats.org/officeDocument/2006/relationships" id="256" r:id="Rb64c8ae7bdce47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a49798e59d4685" /><Relationship Type="http://schemas.openxmlformats.org/officeDocument/2006/relationships/slideMaster" Target="/ppt/slideMasters/slideMaster1.xml" Id="Ra12dc0933f7246ab" /><Relationship Type="http://schemas.openxmlformats.org/officeDocument/2006/relationships/notesMaster" Target="/ppt/notesMasters/notesMaster1.xml" Id="R173b2c012f5d4224" /><Relationship Type="http://schemas.openxmlformats.org/officeDocument/2006/relationships/presProps" Target="/ppt/presProps.xml" Id="Raecd09b48fd548b9" /><Relationship Type="http://schemas.openxmlformats.org/officeDocument/2006/relationships/tableStyles" Target="/ppt/tableStyles.xml" Id="R839ec844e3b44408" /><Relationship Type="http://schemas.openxmlformats.org/officeDocument/2006/relationships/slide" Target="/ppt/slides/slide1.xml" Id="Rb64c8ae7bdce47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de6d03846347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15a6c9b6e74863" /><Relationship Type="http://schemas.openxmlformats.org/officeDocument/2006/relationships/notesMaster" Target="/ppt/notesMasters/notesMaster1.xml" Id="Re0ba62f5d43143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 slide based on the supplied layout references. WeatherGPT capability statement is an assumed product framing and should be adapted if the project scope differs.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b98548f1174a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73c5515065490e" /><Relationship Type="http://schemas.openxmlformats.org/officeDocument/2006/relationships/slideLayout" Target="/ppt/slideLayouts/slideLayout1.xml" Id="R627bce6bfbf04d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7bce6bfbf04d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ab96915274862" /><Relationship Type="http://schemas.openxmlformats.org/officeDocument/2006/relationships/notesSlide" Target="/ppt/notesSlides/notesSlide1.xml" Id="R44092efab2c54c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F411C4-DCB5-460F-A571-5599E400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7ED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A7ED5"/>
                </a:solidFill>
                <a:latin typeface="Aptos"/>
                <a:ea typeface="Aptos"/>
                <a:cs typeface="Aptos"/>
              </a:rPr>
              <a:t>WeatherGPT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B2CBD-37A7-49AE-9116-D99B1DDA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28675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72C45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72C45"/>
                </a:solidFill>
                <a:latin typeface="Aptos"/>
                <a:ea typeface="Aptos"/>
                <a:cs typeface="Aptos"/>
              </a:rPr>
              <a:t>Domain and 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7D7D3-A4D4-4F28-9358-0662CB20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78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0778D"/>
                </a:solidFill>
                <a:latin typeface="Aptos"/>
                <a:ea typeface="Aptos"/>
                <a:cs typeface="Aptos"/>
              </a:rPr>
              <a:t>Weather intelligence for clearer, context-aware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CB456-F5BB-4BA0-89E1-718FEC2A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7F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ED6B2-C909-47B3-9184-2655C8E4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57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A7E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7ED5"/>
                </a:solidFill>
                <a:latin typeface="Aptos"/>
                <a:ea typeface="Aptos"/>
                <a:cs typeface="Aptos"/>
              </a:rPr>
              <a:t>DOMAIN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CFBE9-B4CA-4DB4-92F0-8674D102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1666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C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C45"/>
                </a:solidFill>
                <a:latin typeface="Aptos"/>
                <a:ea typeface="Aptos"/>
                <a:cs typeface="Aptos"/>
              </a:rPr>
              <a:t>Weather</a:t>
            </a:r>
          </a:p>
          <a:p xmlns:a="http://schemas.openxmlformats.org/drawingml/2006/main">
            <a:pPr>
              <a:defRPr sz="1950" b="1">
                <a:solidFill>
                  <a:srgbClr val="172C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C45"/>
                </a:solidFill>
                <a:latin typeface="Aptos"/>
                <a:ea typeface="Aptos"/>
                <a:cs typeface="Aptos"/>
              </a:rPr>
              <a:t>Intelligence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32533-9C4D-4033-A7AA-BFCA7A4E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38575"/>
            <a:ext cx="1695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B81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36B81"/>
                </a:solidFill>
                <a:latin typeface="Aptos"/>
                <a:ea typeface="Aptos"/>
                <a:cs typeface="Aptos"/>
              </a:rPr>
              <a:t>Users need timely forecasts that translate conditions into practical guidance.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03DA8-41A8-4AFC-8E4A-A207DB93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62200"/>
            <a:ext cx="6191250" cy="36004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23825">
            <a:solidFill>
              <a:srgbClr val="C9E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0BD63-782C-42C2-9C74-79BB92A7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62200"/>
            <a:ext cx="6191250" cy="36004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CC4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0B420-51D0-4171-BEBC-7E3336A2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004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2FA"/>
          </a:solidFill>
          <a:ln xmlns:a="http://schemas.openxmlformats.org/drawingml/2006/main" w="14288">
            <a:solidFill>
              <a:srgbClr val="BFDC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17EC7-CFCC-4D99-8442-C6AC67F4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C375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C3752"/>
                </a:solidFill>
                <a:latin typeface="Aptos"/>
                <a:ea typeface="Aptos"/>
                <a:cs typeface="Aptos"/>
              </a:rPr>
              <a:t>Problem</a:t>
            </a:r>
          </a:p>
          <a:p xmlns:a="http://schemas.openxmlformats.org/drawingml/2006/main">
            <a:pPr algn="ctr">
              <a:defRPr sz="1650" b="1">
                <a:solidFill>
                  <a:srgbClr val="1C375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C3752"/>
                </a:solidFill>
                <a:latin typeface="Aptos"/>
                <a:ea typeface="Aptos"/>
                <a:cs typeface="Aptos"/>
              </a:rPr>
              <a:t>Statement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C735B-9432-4491-B2B8-78A15E4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576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4A637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A6379"/>
                </a:solidFill>
                <a:latin typeface="Aptos"/>
                <a:ea typeface="Aptos"/>
                <a:cs typeface="Aptos"/>
              </a:rPr>
              <a:t>Weather data often feels scattered, technical, and difficult to act 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9A289-1777-4963-B48C-80C35188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66975"/>
            <a:ext cx="1381125" cy="121539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BFE3"/>
          </a:solidFill>
          <a:ln xmlns:a="http://schemas.openxmlformats.org/drawingml/2006/main" w="9525">
            <a:solidFill>
              <a:srgbClr val="10BFE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Scattered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846C0-D5EB-4E12-A5AA-D7D53FD7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286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BFE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BFE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BFE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5D0FC-3970-46AC-A693-D264F484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05075"/>
            <a:ext cx="1828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256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2566D"/>
                </a:solidFill>
                <a:latin typeface="Aptos"/>
                <a:ea typeface="Aptos"/>
                <a:cs typeface="Aptos"/>
              </a:rPr>
              <a:t>People switch between apps, alerts, and search results.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A57E7C-B918-4DC5-9ED9-28EE4761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762250"/>
            <a:ext cx="1381125" cy="121539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438CEB"/>
          </a:solidFill>
          <a:ln xmlns:a="http://schemas.openxmlformats.org/drawingml/2006/main" w="9525">
            <a:solidFill>
              <a:srgbClr val="438CE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Low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05FB7B-0AAA-4FE5-B0E4-CA84864D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735" y="25812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38CE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38C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38CE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EED3D-0D42-44DE-ACDA-CAA18365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00350"/>
            <a:ext cx="1828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256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2566D"/>
                </a:solidFill>
                <a:latin typeface="Aptos"/>
                <a:ea typeface="Aptos"/>
                <a:cs typeface="Aptos"/>
              </a:rPr>
              <a:t>A forecast rarely explains what the weather means for a plan.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3AC075-2E07-47A1-B1CD-750EA68C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905375"/>
            <a:ext cx="1381125" cy="121539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D20E8"/>
          </a:solidFill>
          <a:ln xmlns:a="http://schemas.openxmlformats.org/drawingml/2006/main" w="9525">
            <a:solidFill>
              <a:srgbClr val="7D20E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Delayed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F02A1A-518D-4FF2-9CC7-645A181D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85" y="4724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D20E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D2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D20E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D4B6E7-B8F2-4DD3-B82C-BAEFAA65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943475"/>
            <a:ext cx="1828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256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2566D"/>
                </a:solidFill>
                <a:latin typeface="Aptos"/>
                <a:ea typeface="Aptos"/>
                <a:cs typeface="Aptos"/>
              </a:rPr>
              <a:t>Users receive weather facts but lack timely next steps.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B9203F-9CF1-4541-B240-F969811B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943350"/>
            <a:ext cx="2447925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112F4B"/>
          </a:solidFill>
          <a:ln xmlns:a="http://schemas.openxmlformats.org/drawingml/2006/main" w="9525">
            <a:solidFill>
              <a:srgbClr val="112F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WeatherGPT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converts forecast data into a clear, conversational answer.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0C6ECE-4FD4-4D97-AA55-F9070CDF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324475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7ED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7ED5"/>
                </a:solidFill>
                <a:latin typeface="Aptos"/>
                <a:ea typeface="Aptos"/>
                <a:cs typeface="Aptos"/>
              </a:rPr>
              <a:t>AI-powered weather assistant</a:t>
            </a:r>
          </a:p>
        </p:txBody>
      </p:sp>
    </p:spTree>
    <p:extLst>
      <p:ext uri="{BB962C8B-B14F-4D97-AF65-F5344CB8AC3E}">
        <p14:creationId xmlns:p14="http://schemas.microsoft.com/office/powerpoint/2010/main" val="10621520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2026-09-30T11:05:59.6480000Z</dcterms:created>
  <dcterms:modified xsi:type="dcterms:W3CDTF">2026-09-30T11:05:59.6480000Z</dcterms:modified>
</coreProperties>
</file>