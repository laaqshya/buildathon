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24641db9184f01" /><Relationship Type="http://schemas.openxmlformats.org/officeDocument/2006/relationships/extended-properties" Target="/docProps/app.xml" Id="R2abbac9835b54e78" /><Relationship Type="http://schemas.openxmlformats.org/officeDocument/2006/relationships/officeDocument" Target="/ppt/presentation.xml" Id="Re50a6192ce7f46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5f70b461dc4800"/>
  </p:sldMasterIdLst>
  <p:notesMasterIdLst>
    <p:notesMasterId xmlns:r="http://schemas.openxmlformats.org/officeDocument/2006/relationships" r:id="R1dbaf2c22786406c"/>
  </p:notesMasterIdLst>
  <p:sldIdLst>
    <p:sldId xmlns:r="http://schemas.openxmlformats.org/officeDocument/2006/relationships" id="256" r:id="Rd300247c622542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bad8c3c09442ac" /><Relationship Type="http://schemas.openxmlformats.org/officeDocument/2006/relationships/slideMaster" Target="/ppt/slideMasters/slideMaster1.xml" Id="Rf65f70b461dc4800" /><Relationship Type="http://schemas.openxmlformats.org/officeDocument/2006/relationships/notesMaster" Target="/ppt/notesMasters/notesMaster1.xml" Id="R1dbaf2c22786406c" /><Relationship Type="http://schemas.openxmlformats.org/officeDocument/2006/relationships/presProps" Target="/ppt/presProps.xml" Id="R8c2bbebd67d2464c" /><Relationship Type="http://schemas.openxmlformats.org/officeDocument/2006/relationships/tableStyles" Target="/ppt/tableStyles.xml" Id="Rb406a7a646d24336" /><Relationship Type="http://schemas.openxmlformats.org/officeDocument/2006/relationships/slide" Target="/ppt/slides/slide1.xml" Id="Rd300247c622542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436678d72443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3a1ba1e9834a5e" /><Relationship Type="http://schemas.openxmlformats.org/officeDocument/2006/relationships/notesMaster" Target="/ppt/notesMasters/notesMaster1.xml" Id="R3691d5e3954244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 slide based on the supplied layout references. WeatherGPT capability statement is an assumed product framing and should be adapted if the project scope differs.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cb6b304c1b47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33d2574d2546a0" /><Relationship Type="http://schemas.openxmlformats.org/officeDocument/2006/relationships/slideLayout" Target="/ppt/slideLayouts/slideLayout1.xml" Id="Rb180afdde9034a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80afdde9034a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a291b8e0e4ff1" /><Relationship Type="http://schemas.openxmlformats.org/officeDocument/2006/relationships/notesSlide" Target="/ppt/notesSlides/notesSlide1.xml" Id="R94625080dca648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C3F28A-0229-4646-8B85-C5F21910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7ED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A7ED5"/>
                </a:solidFill>
                <a:latin typeface="Aptos"/>
                <a:ea typeface="Aptos"/>
                <a:cs typeface="Aptos"/>
              </a:rPr>
              <a:t>WeatherGPT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11799-C2C3-467E-9F1C-4E4DE118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28675"/>
            <a:ext cx="762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72C45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72C45"/>
                </a:solidFill>
                <a:latin typeface="Aptos"/>
                <a:ea typeface="Aptos"/>
                <a:cs typeface="Aptos"/>
              </a:rPr>
              <a:t>Domain and Problem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C4907-7A28-4D5A-83F1-EB5ADF58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78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0778D"/>
                </a:solidFill>
                <a:latin typeface="Aptos"/>
                <a:ea typeface="Aptos"/>
                <a:cs typeface="Aptos"/>
              </a:rPr>
              <a:t>Weather intelligence for clearer, context-aware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03796-393E-4109-B8A3-1CD7E3E7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38325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7F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57F60-F7D6-4AD9-961D-0B174084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574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A7E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A7ED5"/>
                </a:solidFill>
                <a:latin typeface="Aptos"/>
                <a:ea typeface="Aptos"/>
                <a:cs typeface="Aptos"/>
              </a:rPr>
              <a:t>DOMAIN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F511F-5397-475B-954B-C7E61EF8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1666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C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C45"/>
                </a:solidFill>
                <a:latin typeface="Aptos"/>
                <a:ea typeface="Aptos"/>
                <a:cs typeface="Aptos"/>
              </a:rPr>
              <a:t>Weather</a:t>
            </a:r>
          </a:p>
          <a:p xmlns:a="http://schemas.openxmlformats.org/drawingml/2006/main">
            <a:pPr>
              <a:defRPr sz="1950" b="1">
                <a:solidFill>
                  <a:srgbClr val="172C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C45"/>
                </a:solidFill>
                <a:latin typeface="Aptos"/>
                <a:ea typeface="Aptos"/>
                <a:cs typeface="Aptos"/>
              </a:rPr>
              <a:t>Intelligence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1FE7D-618B-4016-9CE6-5C88E9F4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38575"/>
            <a:ext cx="1695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B81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36B81"/>
                </a:solidFill>
                <a:latin typeface="Aptos"/>
                <a:ea typeface="Aptos"/>
                <a:cs typeface="Aptos"/>
              </a:rPr>
              <a:t>Users need timely forecasts that translate conditions into practical guidance.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3E847F-0E41-4B22-82F8-7F282AAF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62200"/>
            <a:ext cx="6191250" cy="36004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23825">
            <a:solidFill>
              <a:srgbClr val="C9E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D1DE1-9E55-4DFB-9DB3-5F5F4D5E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62200"/>
            <a:ext cx="6191250" cy="36004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0CC4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AC42D1-34C7-428C-A99D-A82EDE7C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004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2FA"/>
          </a:solidFill>
          <a:ln xmlns:a="http://schemas.openxmlformats.org/drawingml/2006/main" w="14288">
            <a:solidFill>
              <a:srgbClr val="BFDC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628B0-4E67-4B7A-9A3A-66A28099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C375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C3752"/>
                </a:solidFill>
                <a:latin typeface="Aptos"/>
                <a:ea typeface="Aptos"/>
                <a:cs typeface="Aptos"/>
              </a:rPr>
              <a:t>Problem</a:t>
            </a:r>
          </a:p>
          <a:p xmlns:a="http://schemas.openxmlformats.org/drawingml/2006/main">
            <a:pPr algn="ctr">
              <a:defRPr sz="1650" b="1">
                <a:solidFill>
                  <a:srgbClr val="1C375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C3752"/>
                </a:solidFill>
                <a:latin typeface="Aptos"/>
                <a:ea typeface="Aptos"/>
                <a:cs typeface="Aptos"/>
              </a:rPr>
              <a:t>Statement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196FAF-7288-4B2A-AA45-4FFC9EDE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57650"/>
            <a:ext cx="152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4A637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A6379"/>
                </a:solidFill>
                <a:latin typeface="Aptos"/>
                <a:ea typeface="Aptos"/>
                <a:cs typeface="Aptos"/>
              </a:rPr>
              <a:t>Weather data often feels scattered, technical, and difficult to act 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C5714F-9087-42B3-8D8D-B90D36C2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66975"/>
            <a:ext cx="1381125" cy="121539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0BFE3"/>
          </a:solidFill>
          <a:ln xmlns:a="http://schemas.openxmlformats.org/drawingml/2006/main" w="9525">
            <a:solidFill>
              <a:srgbClr val="10BFE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Fragmented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0D381C-7B64-46B1-AEB2-A9430F6C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2286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BFE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BFE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BFE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F03008-6162-47C0-92A5-6389EC2D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05075"/>
            <a:ext cx="1828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256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2566D"/>
                </a:solidFill>
                <a:latin typeface="Aptos"/>
                <a:ea typeface="Aptos"/>
                <a:cs typeface="Aptos"/>
              </a:rPr>
              <a:t>People switch between apps, alerts, and search results.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B7CBD3-6A0D-4370-9841-D617A21B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762250"/>
            <a:ext cx="1381125" cy="121539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438CEB"/>
          </a:solidFill>
          <a:ln xmlns:a="http://schemas.openxmlformats.org/drawingml/2006/main" w="9525">
            <a:solidFill>
              <a:srgbClr val="438CE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Low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1612E1-AF8E-4751-BDD0-BC0E4C1C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4735" y="25812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38CE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38C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38CE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5CA959-9545-4D8E-BEE0-85CA270A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00350"/>
            <a:ext cx="1828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256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2566D"/>
                </a:solidFill>
                <a:latin typeface="Aptos"/>
                <a:ea typeface="Aptos"/>
                <a:cs typeface="Aptos"/>
              </a:rPr>
              <a:t>A forecast rarely explains what the weather means for a plan.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C7F5F2-A8AB-46FB-B429-70FAA5C4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905375"/>
            <a:ext cx="1381125" cy="121539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7D20E8"/>
          </a:solidFill>
          <a:ln xmlns:a="http://schemas.openxmlformats.org/drawingml/2006/main" w="9525">
            <a:solidFill>
              <a:srgbClr val="7D20E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Delayed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602F2B-0DD9-4AD8-89DC-32683984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285" y="4724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D20E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D2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D20E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2528A8-42BA-4918-959B-5E55F41E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943475"/>
            <a:ext cx="1828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256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2566D"/>
                </a:solidFill>
                <a:latin typeface="Aptos"/>
                <a:ea typeface="Aptos"/>
                <a:cs typeface="Aptos"/>
              </a:rPr>
              <a:t>Users receive weather facts but lack timely next steps.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DBEF9E-9E73-4F7E-9751-EC6AC738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943350"/>
            <a:ext cx="2447925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112F4B"/>
          </a:solidFill>
          <a:ln xmlns:a="http://schemas.openxmlformats.org/drawingml/2006/main" w="9525">
            <a:solidFill>
              <a:srgbClr val="112F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WeatherGPT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converts forecast data into a clear, conversational answer.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F08837-05E8-49C0-B893-57A4C568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324475"/>
            <a:ext cx="2047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7ED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7ED5"/>
                </a:solidFill>
                <a:latin typeface="Aptos"/>
                <a:ea typeface="Aptos"/>
                <a:cs typeface="Aptos"/>
              </a:rPr>
              <a:t>AI-powered weather assistant</a:t>
            </a:r>
          </a:p>
        </p:txBody>
      </p:sp>
    </p:spTree>
    <p:extLst>
      <p:ext uri="{BB962C8B-B14F-4D97-AF65-F5344CB8AC3E}">
        <p14:creationId xmlns:p14="http://schemas.microsoft.com/office/powerpoint/2010/main" val="11303927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2026-09-30T11:05:15.3140000Z</dcterms:created>
  <dcterms:modified xsi:type="dcterms:W3CDTF">2026-09-30T11:05:15.3140000Z</dcterms:modified>
</coreProperties>
</file>