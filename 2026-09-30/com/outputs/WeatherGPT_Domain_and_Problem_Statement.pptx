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7a76c1ac44406" /><Relationship Type="http://schemas.openxmlformats.org/officeDocument/2006/relationships/extended-properties" Target="/docProps/app.xml" Id="Rbc1fd01acee14af9" /><Relationship Type="http://schemas.openxmlformats.org/officeDocument/2006/relationships/officeDocument" Target="/ppt/presentation.xml" Id="R0a15cbec016d48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4162611104fb4"/>
  </p:sldMasterIdLst>
  <p:notesMasterIdLst>
    <p:notesMasterId xmlns:r="http://schemas.openxmlformats.org/officeDocument/2006/relationships" r:id="R9c8867923a124bea"/>
  </p:notesMasterIdLst>
  <p:sldIdLst>
    <p:sldId xmlns:r="http://schemas.openxmlformats.org/officeDocument/2006/relationships" id="256" r:id="R2bc2e034fa894c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13c3f9244458f" /><Relationship Type="http://schemas.openxmlformats.org/officeDocument/2006/relationships/slideMaster" Target="/ppt/slideMasters/slideMaster1.xml" Id="Rd5d4162611104fb4" /><Relationship Type="http://schemas.openxmlformats.org/officeDocument/2006/relationships/notesMaster" Target="/ppt/notesMasters/notesMaster1.xml" Id="R9c8867923a124bea" /><Relationship Type="http://schemas.openxmlformats.org/officeDocument/2006/relationships/presProps" Target="/ppt/presProps.xml" Id="Rb00aa7f3ecb54b71" /><Relationship Type="http://schemas.openxmlformats.org/officeDocument/2006/relationships/tableStyles" Target="/ppt/tableStyles.xml" Id="Rab8fa19e1b69454e" /><Relationship Type="http://schemas.openxmlformats.org/officeDocument/2006/relationships/slide" Target="/ppt/slides/slide1.xml" Id="R2bc2e034fa894c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2aded31e4742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da39230b1a40d1" /><Relationship Type="http://schemas.openxmlformats.org/officeDocument/2006/relationships/notesMaster" Target="/ppt/notesMasters/notesMaster1.xml" Id="R15220095150c4e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slide based on the supplied layout references. WeatherGPT capability statement is an assumed product framing and should be adapted if the project scope differs.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6d659b28a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63be96b9e34e56" /><Relationship Type="http://schemas.openxmlformats.org/officeDocument/2006/relationships/slideLayout" Target="/ppt/slideLayouts/slideLayout1.xml" Id="R14e6f576c3c3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e6f576c3c3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daf35cd2e48ba" /><Relationship Type="http://schemas.openxmlformats.org/officeDocument/2006/relationships/notesSlide" Target="/ppt/notesSlides/notesSlide1.xml" Id="R7894afd9e0934b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49B49-CA97-4C33-A482-717E8532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WeatherGPT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03557-3D4E-49CE-BD7C-DAB8E47F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867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Domain and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F154F-1A86-40FD-BCC4-D59F1A9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78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0778D"/>
                </a:solidFill>
                <a:latin typeface="Aptos"/>
                <a:ea typeface="Aptos"/>
                <a:cs typeface="Aptos"/>
              </a:rPr>
              <a:t>Weather intelligence for clearer, context-aware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22C8A-6484-4B43-A881-343DF6DC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7179-B7B1-4635-A694-C131C4E1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3C90F-ACC6-4C26-8A9B-20F18D22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666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Weather</a:t>
            </a:r>
          </a:p>
          <a:p xmlns:a="http://schemas.openxmlformats.org/drawingml/2006/main">
            <a:pPr>
              <a:defRPr sz="1950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1A231-D6D6-4A80-8AFF-A2236358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1695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81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B81"/>
                </a:solidFill>
                <a:latin typeface="Aptos"/>
                <a:ea typeface="Aptos"/>
                <a:cs typeface="Aptos"/>
              </a:rPr>
              <a:t>Users need timely forecasts that translate conditions into practical guidance.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9AFDE-0427-45F6-90A6-57310A3F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6191250" cy="36004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3825">
            <a:solidFill>
              <a:srgbClr val="C9E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5442A-36FD-4487-A217-C83E26C8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6191250" cy="36004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CC4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8575B-3C65-4F1D-85E6-F8A6578A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00400"/>
            <a:ext cx="2000250" cy="2000250"/>
          </a:xfrm>
          <a:prstGeom xmlns:a="http://schemas.openxmlformats.org/drawingml/2006/main" prst="ellipse">
            <a:avLst/>
          </a:prstGeom>
          <a:ln xmlns:a="http://schemas.openxmlformats.org/drawingml/2006/main" w="14288">
            <a:solidFill>
              <a:srgbClr val="BFDCE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C37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3752"/>
                </a:solidFill>
                <a:latin typeface="Aptos"/>
                <a:ea typeface="Aptos"/>
                <a:cs typeface="Aptos"/>
              </a:rPr>
              <a:t>Problem</a:t>
            </a:r>
          </a:p>
          <a:p xmlns:a="http://schemas.openxmlformats.org/drawingml/2006/main">
            <a:pPr algn="ctr">
              <a:defRPr sz="1650" b="1">
                <a:solidFill>
                  <a:srgbClr val="1C37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3752"/>
                </a:solidFill>
                <a:latin typeface="Aptos"/>
                <a:ea typeface="Aptos"/>
                <a:cs typeface="Aptos"/>
              </a:rPr>
              <a:t>Statement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F7230-2C9A-4663-8B7E-73E396D3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3857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A637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A6379"/>
                </a:solidFill>
                <a:latin typeface="Aptos"/>
                <a:ea typeface="Aptos"/>
                <a:cs typeface="Aptos"/>
              </a:rPr>
              <a:t>Weather data often feels scattered, technical, and difficult to act 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FDD30-6DB7-406D-BF32-5C383E12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6975"/>
            <a:ext cx="1381125" cy="1215390"/>
          </a:xfrm>
          <a:prstGeom xmlns:a="http://schemas.openxmlformats.org/drawingml/2006/main" prst="hexagon">
            <a:avLst/>
          </a:prstGeom>
          <a:ln xmlns:a="http://schemas.openxmlformats.org/drawingml/2006/main" w="9525">
            <a:solidFill>
              <a:srgbClr val="10BFE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Fragmented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E0D2B-C4B8-4E77-86F1-E1A6FE6F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286000"/>
            <a:ext cx="514350" cy="5143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10BFE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BF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FE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CB5DC-48E7-47A5-9BC1-5FB26C3B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People switch between apps, alerts, and search results.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0010B-5B5C-4D01-855B-42D1802D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62250"/>
            <a:ext cx="1381125" cy="1215390"/>
          </a:xfrm>
          <a:prstGeom xmlns:a="http://schemas.openxmlformats.org/drawingml/2006/main" prst="hexagon">
            <a:avLst/>
          </a:prstGeom>
          <a:ln xmlns:a="http://schemas.openxmlformats.org/drawingml/2006/main" w="9525">
            <a:solidFill>
              <a:srgbClr val="438CE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Low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3A641-C943-4E1D-84F9-C8187CC0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735" y="2581275"/>
            <a:ext cx="514350" cy="5143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438CE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38C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C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E5ED0-7BE2-4ECC-B5F0-7BCA4E34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A forecast rarely explains what the weather means for a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8C352-8381-45A5-B570-39B2396F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905375"/>
            <a:ext cx="1381125" cy="1215390"/>
          </a:xfrm>
          <a:prstGeom xmlns:a="http://schemas.openxmlformats.org/drawingml/2006/main" prst="hexagon">
            <a:avLst/>
          </a:prstGeom>
          <a:ln xmlns:a="http://schemas.openxmlformats.org/drawingml/2006/main" w="9525">
            <a:solidFill>
              <a:srgbClr val="7D20E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Delayed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CFC0B-901E-466B-A061-7509985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4724400"/>
            <a:ext cx="514350" cy="5143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7D20E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D2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20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083A8-6589-4529-9FC3-D104EA51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43475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Users receive weather facts but lack timely next steps.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DC7A0-7D3F-418E-8891-2D1D4AD4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43350"/>
            <a:ext cx="2447925" cy="1171575"/>
          </a:xfrm>
          <a:prstGeom xmlns:a="http://schemas.openxmlformats.org/drawingml/2006/main" prst="roundRect">
            <a:avLst>
              <a:gd name="adj" fmla="val 6504"/>
            </a:avLst>
          </a:prstGeom>
          <a:ln xmlns:a="http://schemas.openxmlformats.org/drawingml/2006/main" w="9525">
            <a:solidFill>
              <a:srgbClr val="112F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WeatherGPT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converts forecast data into a clear, conversational answer.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31D67-4E3E-41A7-A8C6-8BDC2FDE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24475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AI-powered weather assistant</a:t>
            </a:r>
          </a:p>
        </p:txBody>
      </p:sp>
    </p:spTree>
    <p:extLst>
      <p:ext uri="{BB962C8B-B14F-4D97-AF65-F5344CB8AC3E}">
        <p14:creationId xmlns:p14="http://schemas.microsoft.com/office/powerpoint/2010/main" val="28219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2026-09-30T11:02:57.4660000Z</dcterms:created>
  <dcterms:modified xsi:type="dcterms:W3CDTF">2026-09-30T11:02:57.4660000Z</dcterms:modified>
</coreProperties>
</file>